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Sheet1!$A$2:$A$21</c:f>
              <c:strCache>
                <c:ptCount val="20"/>
                <c:pt idx="0">
                  <c:v>SE24</c:v>
                </c:pt>
                <c:pt idx="1">
                  <c:v>SE25</c:v>
                </c:pt>
                <c:pt idx="2">
                  <c:v>SE26</c:v>
                </c:pt>
                <c:pt idx="3">
                  <c:v>SE27</c:v>
                </c:pt>
                <c:pt idx="4">
                  <c:v>SE28</c:v>
                </c:pt>
                <c:pt idx="5">
                  <c:v>SE29</c:v>
                </c:pt>
                <c:pt idx="6">
                  <c:v>SE30</c:v>
                </c:pt>
                <c:pt idx="7">
                  <c:v>SE31</c:v>
                </c:pt>
                <c:pt idx="8">
                  <c:v>SE32</c:v>
                </c:pt>
                <c:pt idx="9">
                  <c:v>SE33</c:v>
                </c:pt>
                <c:pt idx="10">
                  <c:v>SE34</c:v>
                </c:pt>
                <c:pt idx="11">
                  <c:v>SE35</c:v>
                </c:pt>
                <c:pt idx="12">
                  <c:v>SE36</c:v>
                </c:pt>
                <c:pt idx="13">
                  <c:v>SE37</c:v>
                </c:pt>
                <c:pt idx="14">
                  <c:v>SE38</c:v>
                </c:pt>
                <c:pt idx="15">
                  <c:v>SE39</c:v>
                </c:pt>
                <c:pt idx="16">
                  <c:v>SE40</c:v>
                </c:pt>
                <c:pt idx="17">
                  <c:v>SE41</c:v>
                </c:pt>
                <c:pt idx="18">
                  <c:v>SE42</c:v>
                </c:pt>
                <c:pt idx="19">
                  <c:v>SE43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4.0</c:v>
                </c:pt>
                <c:pt idx="14">
                  <c:v>3.0</c:v>
                </c:pt>
                <c:pt idx="15">
                  <c:v>2.0</c:v>
                </c:pt>
                <c:pt idx="16">
                  <c:v>3.0</c:v>
                </c:pt>
                <c:pt idx="17">
                  <c:v>3.0</c:v>
                </c:pt>
                <c:pt idx="18">
                  <c:v>15.0</c:v>
                </c:pt>
                <c:pt idx="1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Sheet1!$A$2:$A$21</c:f>
              <c:strCache>
                <c:ptCount val="20"/>
                <c:pt idx="0">
                  <c:v>SE24</c:v>
                </c:pt>
                <c:pt idx="1">
                  <c:v>SE25</c:v>
                </c:pt>
                <c:pt idx="2">
                  <c:v>SE26</c:v>
                </c:pt>
                <c:pt idx="3">
                  <c:v>SE27</c:v>
                </c:pt>
                <c:pt idx="4">
                  <c:v>SE28</c:v>
                </c:pt>
                <c:pt idx="5">
                  <c:v>SE29</c:v>
                </c:pt>
                <c:pt idx="6">
                  <c:v>SE30</c:v>
                </c:pt>
                <c:pt idx="7">
                  <c:v>SE31</c:v>
                </c:pt>
                <c:pt idx="8">
                  <c:v>SE32</c:v>
                </c:pt>
                <c:pt idx="9">
                  <c:v>SE33</c:v>
                </c:pt>
                <c:pt idx="10">
                  <c:v>SE34</c:v>
                </c:pt>
                <c:pt idx="11">
                  <c:v>SE35</c:v>
                </c:pt>
                <c:pt idx="12">
                  <c:v>SE36</c:v>
                </c:pt>
                <c:pt idx="13">
                  <c:v>SE37</c:v>
                </c:pt>
                <c:pt idx="14">
                  <c:v>SE38</c:v>
                </c:pt>
                <c:pt idx="15">
                  <c:v>SE39</c:v>
                </c:pt>
                <c:pt idx="16">
                  <c:v>SE40</c:v>
                </c:pt>
                <c:pt idx="17">
                  <c:v>SE41</c:v>
                </c:pt>
                <c:pt idx="18">
                  <c:v>SE42</c:v>
                </c:pt>
                <c:pt idx="19">
                  <c:v>SE43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1.0</c:v>
                </c:pt>
                <c:pt idx="9">
                  <c:v>2.0</c:v>
                </c:pt>
                <c:pt idx="10">
                  <c:v>0.0</c:v>
                </c:pt>
                <c:pt idx="11">
                  <c:v>1.0</c:v>
                </c:pt>
                <c:pt idx="12">
                  <c:v>1.0</c:v>
                </c:pt>
                <c:pt idx="13">
                  <c:v>6.0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F1C40F"/>
              </a:solidFill>
            </c:spPr>
          </c:dPt>
          <c:dPt>
            <c:idx val="3"/>
            <c:spPr>
              <a:solidFill>
                <a:srgbClr val="E67E22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dPt>
            <c:idx val="6"/>
            <c:spPr>
              <a:solidFill>
                <a:srgbClr val="E67E22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cat>
            <c:strRef>
              <c:f>Sheet1!$A$2:$A$11</c:f>
              <c:strCache>
                <c:ptCount val="10"/>
                <c:pt idx="0">
                  <c:v>Buhesi</c:v>
                </c:pt>
                <c:pt idx="1">
                  <c:v>Vukoroghoto</c:v>
                </c:pt>
                <c:pt idx="2">
                  <c:v>Kahondo</c:v>
                </c:pt>
                <c:pt idx="3">
                  <c:v>Katanda</c:v>
                </c:pt>
                <c:pt idx="4">
                  <c:v>Bukoroghoto</c:v>
                </c:pt>
                <c:pt idx="5">
                  <c:v>Bunyuka</c:v>
                </c:pt>
                <c:pt idx="6">
                  <c:v>Mutendero</c:v>
                </c:pt>
                <c:pt idx="7">
                  <c:v>Vuhimba</c:v>
                </c:pt>
                <c:pt idx="8">
                  <c:v>Vuhovi</c:v>
                </c:pt>
                <c:pt idx="9">
                  <c:v>Bulambo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47.0</c:v>
                </c:pt>
                <c:pt idx="1">
                  <c:v>47.0</c:v>
                </c:pt>
                <c:pt idx="2">
                  <c:v>32.0</c:v>
                </c:pt>
                <c:pt idx="3">
                  <c:v>18.0</c:v>
                </c:pt>
                <c:pt idx="4">
                  <c:v>17.0</c:v>
                </c:pt>
                <c:pt idx="5">
                  <c:v>7.0</c:v>
                </c:pt>
                <c:pt idx="6">
                  <c:v>7.0</c:v>
                </c:pt>
                <c:pt idx="7">
                  <c:v>7.0</c:v>
                </c:pt>
                <c:pt idx="8">
                  <c:v>7.0</c:v>
                </c:pt>
                <c:pt idx="9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89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70.0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Sheet1!$A$2:$A$14</c:f>
              <c:strCache>
                <c:ptCount val="13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117.0</c:v>
                </c:pt>
                <c:pt idx="1">
                  <c:v>108.0</c:v>
                </c:pt>
                <c:pt idx="2">
                  <c:v>125.0</c:v>
                </c:pt>
                <c:pt idx="3">
                  <c:v>127.0</c:v>
                </c:pt>
                <c:pt idx="4">
                  <c:v>77.0</c:v>
                </c:pt>
                <c:pt idx="5">
                  <c:v>129.0</c:v>
                </c:pt>
                <c:pt idx="6">
                  <c:v>132.0</c:v>
                </c:pt>
                <c:pt idx="7">
                  <c:v>219.0</c:v>
                </c:pt>
                <c:pt idx="8">
                  <c:v>92.0</c:v>
                </c:pt>
                <c:pt idx="9">
                  <c:v>104.0</c:v>
                </c:pt>
                <c:pt idx="10">
                  <c:v>117.0</c:v>
                </c:pt>
                <c:pt idx="11">
                  <c:v>109.0</c:v>
                </c:pt>
                <c:pt idx="12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Sheet1!$A$2:$A$14</c:f>
              <c:strCache>
                <c:ptCount val="13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117.0</c:v>
                </c:pt>
                <c:pt idx="1">
                  <c:v>108.0</c:v>
                </c:pt>
                <c:pt idx="2">
                  <c:v>125.0</c:v>
                </c:pt>
                <c:pt idx="3">
                  <c:v>127.0</c:v>
                </c:pt>
                <c:pt idx="4">
                  <c:v>77.0</c:v>
                </c:pt>
                <c:pt idx="5">
                  <c:v>129.0</c:v>
                </c:pt>
                <c:pt idx="6">
                  <c:v>132.0</c:v>
                </c:pt>
                <c:pt idx="7">
                  <c:v>96.0</c:v>
                </c:pt>
                <c:pt idx="8">
                  <c:v>92.0</c:v>
                </c:pt>
                <c:pt idx="9">
                  <c:v>104.0</c:v>
                </c:pt>
                <c:pt idx="10">
                  <c:v>117.0</c:v>
                </c:pt>
                <c:pt idx="11">
                  <c:v>109.0</c:v>
                </c:pt>
                <c:pt idx="12">
                  <c:v>89.0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Sheet1!$A$2:$A$14</c:f>
              <c:strCache>
                <c:ptCount val="13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14.0</c:v>
                </c:pt>
                <c:pt idx="1">
                  <c:v>29.0</c:v>
                </c:pt>
                <c:pt idx="2">
                  <c:v>25.0</c:v>
                </c:pt>
                <c:pt idx="3">
                  <c:v>18.0</c:v>
                </c:pt>
                <c:pt idx="4">
                  <c:v>19.0</c:v>
                </c:pt>
                <c:pt idx="5">
                  <c:v>14.0</c:v>
                </c:pt>
                <c:pt idx="6">
                  <c:v>18.0</c:v>
                </c:pt>
                <c:pt idx="7">
                  <c:v>47.0</c:v>
                </c:pt>
                <c:pt idx="8">
                  <c:v>14.0</c:v>
                </c:pt>
                <c:pt idx="9">
                  <c:v>13.0</c:v>
                </c:pt>
                <c:pt idx="10">
                  <c:v>22.0</c:v>
                </c:pt>
                <c:pt idx="11">
                  <c:v>21.0</c:v>
                </c:pt>
                <c:pt idx="12">
                  <c:v>6.0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28.0</c:v>
                </c:pt>
                <c:pt idx="1">
                  <c:v>74.0</c:v>
                </c:pt>
                <c:pt idx="2">
                  <c:v>15.0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28.0</c:v>
                </c:pt>
                <c:pt idx="1">
                  <c:v>66.0</c:v>
                </c:pt>
                <c:pt idx="2">
                  <c:v>15.0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16.0</c:v>
                </c:pt>
                <c:pt idx="1">
                  <c:v>70.0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211.0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97.9</c:v>
                </c:pt>
                <c:pt idx="1">
                  <c:v>91.8</c:v>
                </c:pt>
                <c:pt idx="2">
                  <c:v>92.2</c:v>
                </c:pt>
                <c:pt idx="3">
                  <c:v>88.1</c:v>
                </c:pt>
                <c:pt idx="4">
                  <c:v>95.9</c:v>
                </c:pt>
                <c:pt idx="5">
                  <c:v>82.2</c:v>
                </c:pt>
                <c:pt idx="6">
                  <c:v>95.7</c:v>
                </c:pt>
                <c:pt idx="7">
                  <c:v>98.3</c:v>
                </c:pt>
                <c:pt idx="8">
                  <c:v>97.2</c:v>
                </c:pt>
                <c:pt idx="9">
                  <c:v>98.3</c:v>
                </c:pt>
                <c:pt idx="10">
                  <c:v>87.3</c:v>
                </c:pt>
                <c:pt idx="11">
                  <c:v>91.7</c:v>
                </c:pt>
                <c:pt idx="12">
                  <c:v>93.7</c:v>
                </c:pt>
                <c:pt idx="13">
                  <c:v>80.5</c:v>
                </c:pt>
                <c:pt idx="14">
                  <c:v>80.5</c:v>
                </c:pt>
                <c:pt idx="15">
                  <c:v>64.7</c:v>
                </c:pt>
                <c:pt idx="16">
                  <c:v>79.5</c:v>
                </c:pt>
                <c:pt idx="17">
                  <c:v>80.1</c:v>
                </c:pt>
                <c:pt idx="18">
                  <c:v>94.5</c:v>
                </c:pt>
                <c:pt idx="19">
                  <c:v>84.7</c:v>
                </c:pt>
                <c:pt idx="20">
                  <c:v>69.5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  <c:pt idx="6">
                  <c:v>3.0</c:v>
                </c:pt>
                <c:pt idx="7">
                  <c:v>1.0</c:v>
                </c:pt>
                <c:pt idx="8">
                  <c:v>2.0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10.0</c:v>
                </c:pt>
                <c:pt idx="1">
                  <c:v>11.0</c:v>
                </c:pt>
                <c:pt idx="2">
                  <c:v>1.0</c:v>
                </c:pt>
                <c:pt idx="3">
                  <c:v>8.0</c:v>
                </c:pt>
                <c:pt idx="4">
                  <c:v>12.0</c:v>
                </c:pt>
                <c:pt idx="5">
                  <c:v>6.0</c:v>
                </c:pt>
                <c:pt idx="6">
                  <c:v>4.0</c:v>
                </c:pt>
                <c:pt idx="7">
                  <c:v>11.0</c:v>
                </c:pt>
                <c:pt idx="8">
                  <c:v>13.0</c:v>
                </c:pt>
                <c:pt idx="9">
                  <c:v>3.0</c:v>
                </c:pt>
                <c:pt idx="10">
                  <c:v>5.0</c:v>
                </c:pt>
                <c:pt idx="11">
                  <c:v>10.0</c:v>
                </c:pt>
                <c:pt idx="12">
                  <c:v>9.0</c:v>
                </c:pt>
                <c:pt idx="13">
                  <c:v>5.0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7.7</c:v>
                </c:pt>
                <c:pt idx="4">
                  <c:v>2.3</c:v>
                </c:pt>
                <c:pt idx="5">
                  <c:v>5.4</c:v>
                </c:pt>
                <c:pt idx="6">
                  <c:v>0.0</c:v>
                </c:pt>
                <c:pt idx="7">
                  <c:v>7.4</c:v>
                </c:pt>
                <c:pt idx="8">
                  <c:v>10.8</c:v>
                </c:pt>
                <c:pt idx="9">
                  <c:v>15.6</c:v>
                </c:pt>
                <c:pt idx="10">
                  <c:v>14.3</c:v>
                </c:pt>
                <c:pt idx="11">
                  <c:v>11.1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20/10</c:v>
                </c:pt>
                <c:pt idx="1">
                  <c:v>21/10</c:v>
                </c:pt>
                <c:pt idx="2">
                  <c:v>22/10</c:v>
                </c:pt>
                <c:pt idx="3">
                  <c:v>23/10</c:v>
                </c:pt>
                <c:pt idx="4">
                  <c:v>24/10</c:v>
                </c:pt>
                <c:pt idx="5">
                  <c:v>25/10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3.0</c:v>
                </c:pt>
                <c:pt idx="4">
                  <c:v>4.0</c:v>
                </c:pt>
                <c:pt idx="5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20/10</c:v>
                </c:pt>
                <c:pt idx="1">
                  <c:v>21/10</c:v>
                </c:pt>
                <c:pt idx="2">
                  <c:v>22/10</c:v>
                </c:pt>
                <c:pt idx="3">
                  <c:v>23/10</c:v>
                </c:pt>
                <c:pt idx="4">
                  <c:v>24/10</c:v>
                </c:pt>
                <c:pt idx="5">
                  <c:v>25/10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2.0</c:v>
                </c:pt>
                <c:pt idx="1">
                  <c:v>1.0</c:v>
                </c:pt>
                <c:pt idx="2">
                  <c:v>1.0</c:v>
                </c:pt>
                <c:pt idx="3">
                  <c:v>3.0</c:v>
                </c:pt>
                <c:pt idx="4">
                  <c:v>4.0</c:v>
                </c:pt>
                <c:pt idx="5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Sheet1!$A$2:$A$7</c:f>
              <c:strCache>
                <c:ptCount val="6"/>
                <c:pt idx="0">
                  <c:v>20/10</c:v>
                </c:pt>
                <c:pt idx="1">
                  <c:v>21/10</c:v>
                </c:pt>
                <c:pt idx="2">
                  <c:v>22/10</c:v>
                </c:pt>
                <c:pt idx="3">
                  <c:v>23/10</c:v>
                </c:pt>
                <c:pt idx="4">
                  <c:v>24/10</c:v>
                </c:pt>
                <c:pt idx="5">
                  <c:v>25/10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2.0</c:v>
                </c:pt>
                <c:pt idx="1">
                  <c:v>1.0</c:v>
                </c:pt>
                <c:pt idx="2">
                  <c:v>1.0</c:v>
                </c:pt>
                <c:pt idx="3">
                  <c:v>3.0</c:v>
                </c:pt>
                <c:pt idx="4">
                  <c:v>4.0</c:v>
                </c:pt>
                <c:pt idx="5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VUHOVI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Vuhovi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Vuhovi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9 juin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43 %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16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18,5 %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SE42 (16 cas) ; létalité hebdomadaire de la dernière semaine complète : 6 %.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7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1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2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Buhesi : 47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6,7 %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5/6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83,3 %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6/6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Vuhovi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−17 (−16 %)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(−75 %)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117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−20 (−18 %)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−20 (−18 %)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−15 (−71 %)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−12 (−71 %)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−15 (−71 %)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(−75 %)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(−75 %)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−12 (−43 %)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 (+6 %)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−12 (−80 %)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480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69 %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313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23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23/09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12,5 %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109,1 %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