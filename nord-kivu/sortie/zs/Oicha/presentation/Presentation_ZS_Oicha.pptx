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1.0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1.0</c:v>
                </c:pt>
                <c:pt idx="18">
                  <c:v>8.0</c:v>
                </c:pt>
                <c:pt idx="19">
                  <c:v>3.0</c:v>
                </c:pt>
                <c:pt idx="20">
                  <c:v>8.0</c:v>
                </c:pt>
                <c:pt idx="21">
                  <c:v>13.0</c:v>
                </c:pt>
                <c:pt idx="22">
                  <c:v>16.0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1.0</c:v>
                </c:pt>
                <c:pt idx="9">
                  <c:v>0.0</c:v>
                </c:pt>
                <c:pt idx="10">
                  <c:v>0.0</c:v>
                </c:pt>
                <c:pt idx="11">
                  <c:v>1.0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1.0</c:v>
                </c:pt>
                <c:pt idx="17">
                  <c:v>2.0</c:v>
                </c:pt>
                <c:pt idx="18">
                  <c:v>3.0</c:v>
                </c:pt>
                <c:pt idx="19">
                  <c:v>3.0</c:v>
                </c:pt>
                <c:pt idx="20">
                  <c:v>3.0</c:v>
                </c:pt>
                <c:pt idx="21">
                  <c:v>0.0</c:v>
                </c:pt>
                <c:pt idx="22">
                  <c:v>8.0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8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Sheet1!$A$2:$A$7</c:f>
              <c:strCache>
                <c:ptCount val="6"/>
                <c:pt idx="0">
                  <c:v>Eringeti</c:v>
                </c:pt>
                <c:pt idx="1">
                  <c:v>Mambabeka</c:v>
                </c:pt>
                <c:pt idx="2">
                  <c:v>Liva</c:v>
                </c:pt>
                <c:pt idx="3">
                  <c:v>Masosi</c:v>
                </c:pt>
                <c:pt idx="4">
                  <c:v>Non renseignée</c:v>
                </c:pt>
                <c:pt idx="5">
                  <c:v>Tenambo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</c:v>
                </c:pt>
                <c:pt idx="1">
                  <c:v>2.0</c:v>
                </c:pt>
                <c:pt idx="2">
                  <c:v>0.0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Eringeti</c:v>
                </c:pt>
                <c:pt idx="1">
                  <c:v>Mambabeka</c:v>
                </c:pt>
                <c:pt idx="2">
                  <c:v>Liva</c:v>
                </c:pt>
                <c:pt idx="3">
                  <c:v>Masosi</c:v>
                </c:pt>
                <c:pt idx="4">
                  <c:v>Non renseignée</c:v>
                </c:pt>
                <c:pt idx="5">
                  <c:v>Tenambo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F1C40F"/>
              </a:solidFill>
            </c:spPr>
          </c:dPt>
          <c:dPt>
            <c:idx val="1"/>
            <c:spPr>
              <a:solidFill>
                <a:srgbClr val="F1C40F"/>
              </a:solidFill>
            </c:spPr>
          </c:dPt>
          <c:dPt>
            <c:idx val="2"/>
            <c:spPr>
              <a:solidFill>
                <a:srgbClr val="F1C40F"/>
              </a:solidFill>
            </c:spPr>
          </c:dPt>
          <c:dPt>
            <c:idx val="3"/>
            <c:spPr>
              <a:solidFill>
                <a:srgbClr val="F1C40F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dPt>
            <c:idx val="5"/>
            <c:spPr>
              <a:solidFill>
                <a:srgbClr val="E67E22"/>
              </a:solidFill>
            </c:spPr>
          </c:dPt>
          <c:dPt>
            <c:idx val="6"/>
            <c:spPr>
              <a:solidFill>
                <a:srgbClr val="E67E22"/>
              </a:solidFill>
            </c:spPr>
          </c:dPt>
          <c:dPt>
            <c:idx val="7"/>
            <c:spPr>
              <a:solidFill>
                <a:srgbClr val="E67E22"/>
              </a:solidFill>
            </c:spPr>
          </c:dPt>
          <c:dPt>
            <c:idx val="8"/>
            <c:spPr>
              <a:solidFill>
                <a:srgbClr val="E67E22"/>
              </a:solidFill>
            </c:spPr>
          </c:dPt>
          <c:dPt>
            <c:idx val="9"/>
            <c:spPr>
              <a:solidFill>
                <a:srgbClr val="E67E22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C0392B"/>
              </a:solidFill>
            </c:spPr>
          </c:dPt>
          <c:dPt>
            <c:idx val="12"/>
            <c:spPr>
              <a:solidFill>
                <a:srgbClr val="C0392B"/>
              </a:solidFill>
            </c:spPr>
          </c:dPt>
          <c:dPt>
            <c:idx val="13"/>
            <c:spPr>
              <a:solidFill>
                <a:srgbClr val="C0392B"/>
              </a:solidFill>
            </c:spPr>
          </c:dPt>
          <c:dPt>
            <c:idx val="14"/>
            <c:spPr>
              <a:solidFill>
                <a:srgbClr val="C0392B"/>
              </a:solidFill>
            </c:spPr>
          </c:dPt>
          <c:dPt>
            <c:idx val="15"/>
            <c:spPr>
              <a:solidFill>
                <a:srgbClr val="C0392B"/>
              </a:solidFill>
            </c:spPr>
          </c:dPt>
          <c:cat>
            <c:strRef>
              <c:f>Sheet1!$A$2:$A$17</c:f>
              <c:strCache>
                <c:ptCount val="16"/>
                <c:pt idx="0">
                  <c:v>Totolito</c:v>
                </c:pt>
                <c:pt idx="1">
                  <c:v>Beu</c:v>
                </c:pt>
                <c:pt idx="2">
                  <c:v>Mamove</c:v>
                </c:pt>
                <c:pt idx="3">
                  <c:v>Pasala</c:v>
                </c:pt>
                <c:pt idx="4">
                  <c:v>Mabasele</c:v>
                </c:pt>
                <c:pt idx="5">
                  <c:v>Mayimoya</c:v>
                </c:pt>
                <c:pt idx="6">
                  <c:v>Sayo</c:v>
                </c:pt>
                <c:pt idx="7">
                  <c:v>Mavivi</c:v>
                </c:pt>
                <c:pt idx="8">
                  <c:v>Pakanza</c:v>
                </c:pt>
                <c:pt idx="9">
                  <c:v>Mbau</c:v>
                </c:pt>
                <c:pt idx="10">
                  <c:v>Mbimbi</c:v>
                </c:pt>
                <c:pt idx="11">
                  <c:v>Eringeti</c:v>
                </c:pt>
                <c:pt idx="12">
                  <c:v>Liva</c:v>
                </c:pt>
                <c:pt idx="13">
                  <c:v>Mambabeka</c:v>
                </c:pt>
                <c:pt idx="14">
                  <c:v>Masosi</c:v>
                </c:pt>
                <c:pt idx="15">
                  <c:v>Tenambo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35.0</c:v>
                </c:pt>
                <c:pt idx="1">
                  <c:v>33.0</c:v>
                </c:pt>
                <c:pt idx="2">
                  <c:v>31.0</c:v>
                </c:pt>
                <c:pt idx="3">
                  <c:v>22.0</c:v>
                </c:pt>
                <c:pt idx="4">
                  <c:v>19.0</c:v>
                </c:pt>
                <c:pt idx="5">
                  <c:v>18.0</c:v>
                </c:pt>
                <c:pt idx="6">
                  <c:v>4.0</c:v>
                </c:pt>
                <c:pt idx="7">
                  <c:v>3.0</c:v>
                </c:pt>
                <c:pt idx="8">
                  <c:v>3.0</c:v>
                </c:pt>
                <c:pt idx="9">
                  <c:v>2.0</c:v>
                </c:pt>
                <c:pt idx="10">
                  <c:v>1.0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188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160.0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Sheet1!$A$2:$A$11</c:f>
              <c:strCache>
                <c:ptCount val="10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22/10</c:v>
                </c:pt>
                <c:pt idx="8">
                  <c:v>24/10</c:v>
                </c:pt>
                <c:pt idx="9">
                  <c:v>25/10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89.0</c:v>
                </c:pt>
                <c:pt idx="1">
                  <c:v>101.0</c:v>
                </c:pt>
                <c:pt idx="2">
                  <c:v>121.0</c:v>
                </c:pt>
                <c:pt idx="3">
                  <c:v>111.0</c:v>
                </c:pt>
                <c:pt idx="4">
                  <c:v>77.0</c:v>
                </c:pt>
                <c:pt idx="5">
                  <c:v>128.0</c:v>
                </c:pt>
                <c:pt idx="6">
                  <c:v>115.0</c:v>
                </c:pt>
                <c:pt idx="7">
                  <c:v>265.0</c:v>
                </c:pt>
                <c:pt idx="8">
                  <c:v>128.0</c:v>
                </c:pt>
                <c:pt idx="9">
                  <c:v>188.0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Sheet1!$A$2:$A$11</c:f>
              <c:strCache>
                <c:ptCount val="10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22/10</c:v>
                </c:pt>
                <c:pt idx="8">
                  <c:v>24/10</c:v>
                </c:pt>
                <c:pt idx="9">
                  <c:v>25/10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</c:v>
                </c:pt>
                <c:pt idx="1">
                  <c:v>101.0</c:v>
                </c:pt>
                <c:pt idx="2">
                  <c:v>121.0</c:v>
                </c:pt>
                <c:pt idx="3">
                  <c:v>111.0</c:v>
                </c:pt>
                <c:pt idx="4">
                  <c:v>77.0</c:v>
                </c:pt>
                <c:pt idx="5">
                  <c:v>128.0</c:v>
                </c:pt>
                <c:pt idx="6">
                  <c:v>115.0</c:v>
                </c:pt>
                <c:pt idx="7">
                  <c:v>265.0</c:v>
                </c:pt>
                <c:pt idx="8">
                  <c:v>0.0</c:v>
                </c:pt>
                <c:pt idx="9">
                  <c:v>188.0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Sheet1!$A$2:$A$11</c:f>
              <c:strCache>
                <c:ptCount val="10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22/10</c:v>
                </c:pt>
                <c:pt idx="8">
                  <c:v>24/10</c:v>
                </c:pt>
                <c:pt idx="9">
                  <c:v>25/10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16.0</c:v>
                </c:pt>
                <c:pt idx="1">
                  <c:v>22.0</c:v>
                </c:pt>
                <c:pt idx="2">
                  <c:v>15.0</c:v>
                </c:pt>
                <c:pt idx="3">
                  <c:v>12.0</c:v>
                </c:pt>
                <c:pt idx="4">
                  <c:v>13.0</c:v>
                </c:pt>
                <c:pt idx="5">
                  <c:v>28.0</c:v>
                </c:pt>
                <c:pt idx="6">
                  <c:v>17.0</c:v>
                </c:pt>
                <c:pt idx="7">
                  <c:v>39.0</c:v>
                </c:pt>
                <c:pt idx="8">
                  <c:v>17.0</c:v>
                </c:pt>
                <c:pt idx="9">
                  <c:v>43.0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22/10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7.0</c:v>
                </c:pt>
                <c:pt idx="1">
                  <c:v>45.0</c:v>
                </c:pt>
                <c:pt idx="2">
                  <c:v>213.0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19.0</c:v>
                </c:pt>
                <c:pt idx="2">
                  <c:v>102.0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160.0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21.0</c:v>
                </c:pt>
                <c:pt idx="1">
                  <c:v>28.0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Sheet1!$A$2:$A$21</c:f>
              <c:strCache>
                <c:ptCount val="20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13/10</c:v>
                </c:pt>
                <c:pt idx="8">
                  <c:v>14/10</c:v>
                </c:pt>
                <c:pt idx="9">
                  <c:v>15/10</c:v>
                </c:pt>
                <c:pt idx="10">
                  <c:v>16/10</c:v>
                </c:pt>
                <c:pt idx="11">
                  <c:v>17/10</c:v>
                </c:pt>
                <c:pt idx="12">
                  <c:v>18/10</c:v>
                </c:pt>
                <c:pt idx="13">
                  <c:v>19/10</c:v>
                </c:pt>
                <c:pt idx="14">
                  <c:v>20/10</c:v>
                </c:pt>
                <c:pt idx="15">
                  <c:v>21/10</c:v>
                </c:pt>
                <c:pt idx="16">
                  <c:v>22/10</c:v>
                </c:pt>
                <c:pt idx="17">
                  <c:v>23/10</c:v>
                </c:pt>
                <c:pt idx="18">
                  <c:v>24/10</c:v>
                </c:pt>
                <c:pt idx="19">
                  <c:v>25/10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71.0</c:v>
                </c:pt>
                <c:pt idx="1">
                  <c:v>81.2</c:v>
                </c:pt>
                <c:pt idx="2">
                  <c:v>80.5</c:v>
                </c:pt>
                <c:pt idx="3">
                  <c:v>86.6</c:v>
                </c:pt>
                <c:pt idx="4">
                  <c:v>88.8</c:v>
                </c:pt>
                <c:pt idx="5">
                  <c:v>76.2</c:v>
                </c:pt>
                <c:pt idx="6">
                  <c:v>89.9</c:v>
                </c:pt>
                <c:pt idx="7">
                  <c:v>66.1</c:v>
                </c:pt>
                <c:pt idx="8">
                  <c:v>61.3</c:v>
                </c:pt>
                <c:pt idx="9">
                  <c:v>83.3</c:v>
                </c:pt>
                <c:pt idx="10">
                  <c:v>96.1</c:v>
                </c:pt>
                <c:pt idx="11">
                  <c:v>89.4</c:v>
                </c:pt>
                <c:pt idx="12">
                  <c:v>78.4</c:v>
                </c:pt>
                <c:pt idx="13">
                  <c:v>97.7</c:v>
                </c:pt>
                <c:pt idx="14">
                  <c:v>76.2</c:v>
                </c:pt>
                <c:pt idx="15">
                  <c:v>98.0</c:v>
                </c:pt>
                <c:pt idx="16">
                  <c:v>89.9</c:v>
                </c:pt>
                <c:pt idx="17">
                  <c:v>89.2</c:v>
                </c:pt>
                <c:pt idx="18">
                  <c:v>92.3</c:v>
                </c:pt>
                <c:pt idx="19">
                  <c:v>93.2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Sheet1!$A$2:$A$14</c:f>
              <c:strCache>
                <c:ptCount val="13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1.0</c:v>
                </c:pt>
                <c:pt idx="9">
                  <c:v>0.0</c:v>
                </c:pt>
                <c:pt idx="10">
                  <c:v>1.0</c:v>
                </c:pt>
                <c:pt idx="11">
                  <c:v>2.0</c:v>
                </c:pt>
                <c:pt idx="12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Sheet1!$A$2:$A$14</c:f>
              <c:strCache>
                <c:ptCount val="13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22/09</c:v>
                </c:pt>
                <c:pt idx="11">
                  <c:v>23/09</c:v>
                </c:pt>
                <c:pt idx="12">
                  <c:v>24/09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11.0</c:v>
                </c:pt>
                <c:pt idx="1">
                  <c:v>5.0</c:v>
                </c:pt>
                <c:pt idx="2">
                  <c:v>8.0</c:v>
                </c:pt>
                <c:pt idx="3">
                  <c:v>8.0</c:v>
                </c:pt>
                <c:pt idx="4">
                  <c:v>14.0</c:v>
                </c:pt>
                <c:pt idx="5">
                  <c:v>10.0</c:v>
                </c:pt>
                <c:pt idx="6">
                  <c:v>8.0</c:v>
                </c:pt>
                <c:pt idx="7">
                  <c:v>5.0</c:v>
                </c:pt>
                <c:pt idx="8">
                  <c:v>12.0</c:v>
                </c:pt>
                <c:pt idx="9">
                  <c:v>2.0</c:v>
                </c:pt>
                <c:pt idx="10">
                  <c:v>1.0</c:v>
                </c:pt>
                <c:pt idx="11">
                  <c:v>5.0</c:v>
                </c:pt>
                <c:pt idx="12">
                  <c:v>8.0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2.1</c:v>
                </c:pt>
                <c:pt idx="2">
                  <c:v>2.3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4.0</c:v>
                </c:pt>
                <c:pt idx="7">
                  <c:v>0.0</c:v>
                </c:pt>
                <c:pt idx="8">
                  <c:v>3.3</c:v>
                </c:pt>
                <c:pt idx="9">
                  <c:v>1.8</c:v>
                </c:pt>
                <c:pt idx="10">
                  <c:v>3.3</c:v>
                </c:pt>
                <c:pt idx="11">
                  <c:v>22.2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10.0</c:v>
                </c:pt>
                <c:pt idx="1">
                  <c:v>8.0</c:v>
                </c:pt>
                <c:pt idx="2">
                  <c:v>8.0</c:v>
                </c:pt>
                <c:pt idx="3">
                  <c:v>0.0</c:v>
                </c:pt>
                <c:pt idx="4">
                  <c:v>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8.0</c:v>
                </c:pt>
                <c:pt idx="2">
                  <c:v>17.0</c:v>
                </c:pt>
                <c:pt idx="3">
                  <c:v>5.0</c:v>
                </c:pt>
                <c:pt idx="4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10.0</c:v>
                </c:pt>
                <c:pt idx="1">
                  <c:v>8.0</c:v>
                </c:pt>
                <c:pt idx="2">
                  <c:v>17.0</c:v>
                </c:pt>
                <c:pt idx="3">
                  <c:v>5.0</c:v>
                </c:pt>
                <c:pt idx="4">
                  <c:v>15.0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OICHA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Oicha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Oicha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24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30 %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13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11,4 %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SE43 (24 cas) ; létalité hebdomadaire de la dernière semaine complète : 0 %.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vivants · 1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4 · M :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Liva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5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7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4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Totolito : 35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9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188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+ 92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22,9 %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20/43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46,5 %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35/43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81,4 %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Oicha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22/10/2026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+87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−36 (−28 %)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265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+60 (+47 %)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265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+188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+26 (+153 %)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+8 (+67 %)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+18 (+106 %)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 (+200 %)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 (+200 %)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 (+143 %)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−8 (−42 %)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+58 (+57 %)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Réticents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1 177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69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1 097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93 %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21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13,2 %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20,0 %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157,1 %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