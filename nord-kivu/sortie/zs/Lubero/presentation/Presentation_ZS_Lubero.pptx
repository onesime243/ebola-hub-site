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Sheet1!$A$2:$A$14</c:f>
              <c:strCache>
                <c:ptCount val="13"/>
                <c:pt idx="0">
                  <c:v>SE31</c:v>
                </c:pt>
                <c:pt idx="1">
                  <c:v>SE32</c:v>
                </c:pt>
                <c:pt idx="2">
                  <c:v>SE33</c:v>
                </c:pt>
                <c:pt idx="3">
                  <c:v>SE34</c:v>
                </c:pt>
                <c:pt idx="4">
                  <c:v>SE35</c:v>
                </c:pt>
                <c:pt idx="5">
                  <c:v>SE36</c:v>
                </c:pt>
                <c:pt idx="6">
                  <c:v>SE37</c:v>
                </c:pt>
                <c:pt idx="7">
                  <c:v>SE38</c:v>
                </c:pt>
                <c:pt idx="8">
                  <c:v>SE39</c:v>
                </c:pt>
                <c:pt idx="9">
                  <c:v>SE40</c:v>
                </c:pt>
                <c:pt idx="10">
                  <c:v>SE41</c:v>
                </c:pt>
                <c:pt idx="11">
                  <c:v>SE42</c:v>
                </c:pt>
                <c:pt idx="12">
                  <c:v>SE43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2.0</c:v>
                </c:pt>
                <c:pt idx="6">
                  <c:v>3.0</c:v>
                </c:pt>
                <c:pt idx="7">
                  <c:v>1.0</c:v>
                </c:pt>
                <c:pt idx="8">
                  <c:v>0.0</c:v>
                </c:pt>
                <c:pt idx="9">
                  <c:v>1.0</c:v>
                </c:pt>
                <c:pt idx="10">
                  <c:v>5.0</c:v>
                </c:pt>
                <c:pt idx="11">
                  <c:v>6.0</c:v>
                </c:pt>
                <c:pt idx="12">
                  <c:v>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Sheet1!$A$2:$A$14</c:f>
              <c:strCache>
                <c:ptCount val="13"/>
                <c:pt idx="0">
                  <c:v>SE31</c:v>
                </c:pt>
                <c:pt idx="1">
                  <c:v>SE32</c:v>
                </c:pt>
                <c:pt idx="2">
                  <c:v>SE33</c:v>
                </c:pt>
                <c:pt idx="3">
                  <c:v>SE34</c:v>
                </c:pt>
                <c:pt idx="4">
                  <c:v>SE35</c:v>
                </c:pt>
                <c:pt idx="5">
                  <c:v>SE36</c:v>
                </c:pt>
                <c:pt idx="6">
                  <c:v>SE37</c:v>
                </c:pt>
                <c:pt idx="7">
                  <c:v>SE38</c:v>
                </c:pt>
                <c:pt idx="8">
                  <c:v>SE39</c:v>
                </c:pt>
                <c:pt idx="9">
                  <c:v>SE40</c:v>
                </c:pt>
                <c:pt idx="10">
                  <c:v>SE41</c:v>
                </c:pt>
                <c:pt idx="11">
                  <c:v>SE42</c:v>
                </c:pt>
                <c:pt idx="12">
                  <c:v>SE43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3.0</c:v>
                </c:pt>
                <c:pt idx="6">
                  <c:v>6.0</c:v>
                </c:pt>
                <c:pt idx="7">
                  <c:v>3.0</c:v>
                </c:pt>
                <c:pt idx="8">
                  <c:v>1.0</c:v>
                </c:pt>
                <c:pt idx="9">
                  <c:v>0.0</c:v>
                </c:pt>
                <c:pt idx="10">
                  <c:v>1.0</c:v>
                </c:pt>
                <c:pt idx="11">
                  <c:v>1.0</c:v>
                </c:pt>
                <c:pt idx="12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Répartition des 4 nouveaux cas par aire de santé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Sheet1!$A$2:$A$4</c:f>
              <c:strCache>
                <c:ptCount val="3"/>
                <c:pt idx="0">
                  <c:v>Lubero-Cite</c:v>
                </c:pt>
                <c:pt idx="1">
                  <c:v>Kaviseghe</c:v>
                </c:pt>
                <c:pt idx="2">
                  <c:v>Kisima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2.0</c:v>
                </c:pt>
                <c:pt idx="1">
                  <c:v>1.0</c:v>
                </c:pt>
                <c:pt idx="2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Sheet1!$A$2:$A$4</c:f>
              <c:strCache>
                <c:ptCount val="3"/>
                <c:pt idx="0">
                  <c:v>Lubero-Cite</c:v>
                </c:pt>
                <c:pt idx="1">
                  <c:v>Kaviseghe</c:v>
                </c:pt>
                <c:pt idx="2">
                  <c:v>Kisima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27AE60"/>
              </a:solidFill>
            </c:spPr>
          </c:dPt>
          <c:dPt>
            <c:idx val="3"/>
            <c:spPr>
              <a:solidFill>
                <a:srgbClr val="F1C40F"/>
              </a:solidFill>
            </c:spPr>
          </c:dPt>
          <c:dPt>
            <c:idx val="4"/>
            <c:spPr>
              <a:solidFill>
                <a:srgbClr val="E67E22"/>
              </a:solidFill>
            </c:spPr>
          </c:dPt>
          <c:dPt>
            <c:idx val="5"/>
            <c:spPr>
              <a:solidFill>
                <a:srgbClr val="E67E22"/>
              </a:solidFill>
            </c:spPr>
          </c:dPt>
          <c:dPt>
            <c:idx val="6"/>
            <c:spPr>
              <a:solidFill>
                <a:srgbClr val="E67E22"/>
              </a:solidFill>
            </c:spPr>
          </c:dPt>
          <c:dPt>
            <c:idx val="7"/>
            <c:spPr>
              <a:solidFill>
                <a:srgbClr val="E67E22"/>
              </a:solidFill>
            </c:spPr>
          </c:dPt>
          <c:dPt>
            <c:idx val="8"/>
            <c:spPr>
              <a:solidFill>
                <a:srgbClr val="C0392B"/>
              </a:solidFill>
            </c:spPr>
          </c:dPt>
          <c:dPt>
            <c:idx val="9"/>
            <c:spPr>
              <a:solidFill>
                <a:srgbClr val="C0392B"/>
              </a:solidFill>
            </c:spPr>
          </c:dPt>
          <c:dPt>
            <c:idx val="10"/>
            <c:spPr>
              <a:solidFill>
                <a:srgbClr val="C0392B"/>
              </a:solidFill>
            </c:spPr>
          </c:dPt>
          <c:cat>
            <c:strRef>
              <c:f>Sheet1!$A$2:$A$12</c:f>
              <c:strCache>
                <c:ptCount val="11"/>
                <c:pt idx="0">
                  <c:v>Lubero</c:v>
                </c:pt>
                <c:pt idx="1">
                  <c:v>Vunyakondomi</c:v>
                </c:pt>
                <c:pt idx="2">
                  <c:v>Kavetya</c:v>
                </c:pt>
                <c:pt idx="3">
                  <c:v>Kakonze</c:v>
                </c:pt>
                <c:pt idx="4">
                  <c:v>Kasugho</c:v>
                </c:pt>
                <c:pt idx="5">
                  <c:v>Kasima</c:v>
                </c:pt>
                <c:pt idx="6">
                  <c:v>Lubero - Cite</c:v>
                </c:pt>
                <c:pt idx="7">
                  <c:v>Kipese</c:v>
                </c:pt>
                <c:pt idx="8">
                  <c:v>Kaviseghe</c:v>
                </c:pt>
                <c:pt idx="9">
                  <c:v>Kisima</c:v>
                </c:pt>
                <c:pt idx="10">
                  <c:v>Lubero-Cite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80.0</c:v>
                </c:pt>
                <c:pt idx="1">
                  <c:v>46.0</c:v>
                </c:pt>
                <c:pt idx="2">
                  <c:v>44.0</c:v>
                </c:pt>
                <c:pt idx="3">
                  <c:v>23.0</c:v>
                </c:pt>
                <c:pt idx="4">
                  <c:v>15.0</c:v>
                </c:pt>
                <c:pt idx="5">
                  <c:v>9.0</c:v>
                </c:pt>
                <c:pt idx="6">
                  <c:v>9.0</c:v>
                </c:pt>
                <c:pt idx="7">
                  <c:v>3.0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56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43.0</c:v>
                </c:pt>
                <c:pt idx="2">
                  <c:v>10.0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50.0</c:v>
                </c:pt>
                <c:pt idx="1">
                  <c:v>48.0</c:v>
                </c:pt>
                <c:pt idx="2">
                  <c:v>44.0</c:v>
                </c:pt>
                <c:pt idx="3">
                  <c:v>54.0</c:v>
                </c:pt>
                <c:pt idx="4">
                  <c:v>33.0</c:v>
                </c:pt>
                <c:pt idx="5">
                  <c:v>38.0</c:v>
                </c:pt>
                <c:pt idx="6">
                  <c:v>19.0</c:v>
                </c:pt>
                <c:pt idx="7">
                  <c:v>49.0</c:v>
                </c:pt>
                <c:pt idx="8">
                  <c:v>82.0</c:v>
                </c:pt>
                <c:pt idx="9">
                  <c:v>69.0</c:v>
                </c:pt>
                <c:pt idx="10">
                  <c:v>78.0</c:v>
                </c:pt>
                <c:pt idx="11">
                  <c:v>85.0</c:v>
                </c:pt>
                <c:pt idx="12">
                  <c:v>62.0</c:v>
                </c:pt>
                <c:pt idx="13">
                  <c:v>56.0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50.0</c:v>
                </c:pt>
                <c:pt idx="1">
                  <c:v>48.0</c:v>
                </c:pt>
                <c:pt idx="2">
                  <c:v>44.0</c:v>
                </c:pt>
                <c:pt idx="3">
                  <c:v>54.0</c:v>
                </c:pt>
                <c:pt idx="4">
                  <c:v>33.0</c:v>
                </c:pt>
                <c:pt idx="5">
                  <c:v>38.0</c:v>
                </c:pt>
                <c:pt idx="6">
                  <c:v>19.0</c:v>
                </c:pt>
                <c:pt idx="7">
                  <c:v>49.0</c:v>
                </c:pt>
                <c:pt idx="8">
                  <c:v>82.0</c:v>
                </c:pt>
                <c:pt idx="9">
                  <c:v>69.0</c:v>
                </c:pt>
                <c:pt idx="10">
                  <c:v>78.0</c:v>
                </c:pt>
                <c:pt idx="11">
                  <c:v>85.0</c:v>
                </c:pt>
                <c:pt idx="12">
                  <c:v>62.0</c:v>
                </c:pt>
                <c:pt idx="13">
                  <c:v>56.0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10.0</c:v>
                </c:pt>
                <c:pt idx="1">
                  <c:v>5.0</c:v>
                </c:pt>
                <c:pt idx="2">
                  <c:v>8.0</c:v>
                </c:pt>
                <c:pt idx="3">
                  <c:v>15.0</c:v>
                </c:pt>
                <c:pt idx="4">
                  <c:v>10.0</c:v>
                </c:pt>
                <c:pt idx="5">
                  <c:v>12.0</c:v>
                </c:pt>
                <c:pt idx="6">
                  <c:v>5.0</c:v>
                </c:pt>
                <c:pt idx="7">
                  <c:v>14.0</c:v>
                </c:pt>
                <c:pt idx="8">
                  <c:v>8.0</c:v>
                </c:pt>
                <c:pt idx="9">
                  <c:v>12.0</c:v>
                </c:pt>
                <c:pt idx="10">
                  <c:v>4.0</c:v>
                </c:pt>
                <c:pt idx="11">
                  <c:v>8.0</c:v>
                </c:pt>
                <c:pt idx="12">
                  <c:v>5.0</c:v>
                </c:pt>
                <c:pt idx="13">
                  <c:v>6.0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11.0</c:v>
                </c:pt>
                <c:pt idx="1">
                  <c:v>50.0</c:v>
                </c:pt>
                <c:pt idx="2">
                  <c:v>24.0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9.0</c:v>
                </c:pt>
                <c:pt idx="1">
                  <c:v>35.0</c:v>
                </c:pt>
                <c:pt idx="2">
                  <c:v>18.0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3.0</c:v>
                </c:pt>
                <c:pt idx="1">
                  <c:v>43.0</c:v>
                </c:pt>
                <c:pt idx="2">
                  <c:v>10.0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23.0</c:v>
                </c:pt>
                <c:pt idx="2">
                  <c:v>0.0</c:v>
                </c:pt>
                <c:pt idx="3">
                  <c:v>0.0</c:v>
                </c:pt>
                <c:pt idx="4">
                  <c:v>4.0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85.9</c:v>
                </c:pt>
                <c:pt idx="1">
                  <c:v>87.4</c:v>
                </c:pt>
                <c:pt idx="2">
                  <c:v>92.9</c:v>
                </c:pt>
                <c:pt idx="3">
                  <c:v>83.9</c:v>
                </c:pt>
                <c:pt idx="4">
                  <c:v>90.2</c:v>
                </c:pt>
                <c:pt idx="5">
                  <c:v>93.2</c:v>
                </c:pt>
                <c:pt idx="6">
                  <c:v>83.3</c:v>
                </c:pt>
                <c:pt idx="7">
                  <c:v>91.1</c:v>
                </c:pt>
                <c:pt idx="8">
                  <c:v>88.2</c:v>
                </c:pt>
                <c:pt idx="9">
                  <c:v>82.5</c:v>
                </c:pt>
                <c:pt idx="10">
                  <c:v>92.9</c:v>
                </c:pt>
                <c:pt idx="11">
                  <c:v>90.0</c:v>
                </c:pt>
                <c:pt idx="12">
                  <c:v>89.0</c:v>
                </c:pt>
                <c:pt idx="13">
                  <c:v>93.2</c:v>
                </c:pt>
                <c:pt idx="14">
                  <c:v>91.7</c:v>
                </c:pt>
                <c:pt idx="15">
                  <c:v>90.5</c:v>
                </c:pt>
                <c:pt idx="16">
                  <c:v>97.3</c:v>
                </c:pt>
                <c:pt idx="17">
                  <c:v>97.0</c:v>
                </c:pt>
                <c:pt idx="18">
                  <c:v>98.8</c:v>
                </c:pt>
                <c:pt idx="19">
                  <c:v>96.0</c:v>
                </c:pt>
                <c:pt idx="20">
                  <c:v>93.7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Sheet1!$A$2:$A$14</c:f>
              <c:strCache>
                <c:ptCount val="13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16/09</c:v>
                </c:pt>
                <c:pt idx="5">
                  <c:v>17/09</c:v>
                </c:pt>
                <c:pt idx="6">
                  <c:v>18/09</c:v>
                </c:pt>
                <c:pt idx="7">
                  <c:v>19/09</c:v>
                </c:pt>
                <c:pt idx="8">
                  <c:v>20/09</c:v>
                </c:pt>
                <c:pt idx="9">
                  <c:v>21/09</c:v>
                </c:pt>
                <c:pt idx="10">
                  <c:v>22/09</c:v>
                </c:pt>
                <c:pt idx="11">
                  <c:v>23/09</c:v>
                </c:pt>
                <c:pt idx="12">
                  <c:v>24/09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0.0</c:v>
                </c:pt>
                <c:pt idx="5">
                  <c:v>2.0</c:v>
                </c:pt>
                <c:pt idx="6">
                  <c:v>1.0</c:v>
                </c:pt>
                <c:pt idx="7">
                  <c:v>1.0</c:v>
                </c:pt>
                <c:pt idx="8">
                  <c:v>1.0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Sheet1!$A$2:$A$14</c:f>
              <c:strCache>
                <c:ptCount val="13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16/09</c:v>
                </c:pt>
                <c:pt idx="5">
                  <c:v>17/09</c:v>
                </c:pt>
                <c:pt idx="6">
                  <c:v>18/09</c:v>
                </c:pt>
                <c:pt idx="7">
                  <c:v>19/09</c:v>
                </c:pt>
                <c:pt idx="8">
                  <c:v>20/09</c:v>
                </c:pt>
                <c:pt idx="9">
                  <c:v>21/09</c:v>
                </c:pt>
                <c:pt idx="10">
                  <c:v>22/09</c:v>
                </c:pt>
                <c:pt idx="11">
                  <c:v>23/09</c:v>
                </c:pt>
                <c:pt idx="12">
                  <c:v>24/09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5.0</c:v>
                </c:pt>
                <c:pt idx="1">
                  <c:v>4.0</c:v>
                </c:pt>
                <c:pt idx="2">
                  <c:v>7.0</c:v>
                </c:pt>
                <c:pt idx="3">
                  <c:v>1.0</c:v>
                </c:pt>
                <c:pt idx="4">
                  <c:v>8.0</c:v>
                </c:pt>
                <c:pt idx="5">
                  <c:v>7.0</c:v>
                </c:pt>
                <c:pt idx="6">
                  <c:v>6.0</c:v>
                </c:pt>
                <c:pt idx="7">
                  <c:v>3.0</c:v>
                </c:pt>
                <c:pt idx="8">
                  <c:v>0.0</c:v>
                </c:pt>
                <c:pt idx="9">
                  <c:v>4.0</c:v>
                </c:pt>
                <c:pt idx="10">
                  <c:v>3.0</c:v>
                </c:pt>
                <c:pt idx="11">
                  <c:v>7.0</c:v>
                </c:pt>
                <c:pt idx="12">
                  <c:v>2.0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20.0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5.3</c:v>
                </c:pt>
                <c:pt idx="8">
                  <c:v>18.2</c:v>
                </c:pt>
                <c:pt idx="9">
                  <c:v>29.0</c:v>
                </c:pt>
                <c:pt idx="10">
                  <c:v>19.4</c:v>
                </c:pt>
                <c:pt idx="11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LUBERO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Lubero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Lubero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2 août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43 %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26,2 %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SE37 (9 cas) ; létalité hebdomadaire de la dernière semaine complète : 14 %.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4 vivants ·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2 · M :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AS TOUCHÉES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Kaviseghe, Kisima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4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1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3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Lubero : 80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1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10,7 %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5/6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83,3 %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6/6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Lubero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−7 (−11 %)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85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62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56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−6 (−10 %)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−6 (−10 %)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 (+20 %)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 (+20 %)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−6 (−67 %)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+8 (+23 %)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−8 (−44 %)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428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7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401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94 %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24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24/09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10,7 %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2/9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22,2 %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