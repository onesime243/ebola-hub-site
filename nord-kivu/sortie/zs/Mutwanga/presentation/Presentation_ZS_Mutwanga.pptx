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Sheet1!$A$2:$A$11</c:f>
              <c:strCache>
                <c:ptCount val="10"/>
                <c:pt idx="0">
                  <c:v>SE34</c:v>
                </c:pt>
                <c:pt idx="1">
                  <c:v>SE35</c:v>
                </c:pt>
                <c:pt idx="2">
                  <c:v>SE36</c:v>
                </c:pt>
                <c:pt idx="3">
                  <c:v>SE37</c:v>
                </c:pt>
                <c:pt idx="4">
                  <c:v>SE38</c:v>
                </c:pt>
                <c:pt idx="5">
                  <c:v>SE39</c:v>
                </c:pt>
                <c:pt idx="6">
                  <c:v>SE40</c:v>
                </c:pt>
                <c:pt idx="7">
                  <c:v>SE41</c:v>
                </c:pt>
                <c:pt idx="8">
                  <c:v>SE42</c:v>
                </c:pt>
                <c:pt idx="9">
                  <c:v>SE43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4.0</c:v>
                </c:pt>
                <c:pt idx="4">
                  <c:v>3.0</c:v>
                </c:pt>
                <c:pt idx="5">
                  <c:v>3.0</c:v>
                </c:pt>
                <c:pt idx="6">
                  <c:v>3.0</c:v>
                </c:pt>
                <c:pt idx="7">
                  <c:v>6.0</c:v>
                </c:pt>
                <c:pt idx="8">
                  <c:v>1.0</c:v>
                </c:pt>
                <c:pt idx="9">
                  <c:v>13.0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Sheet1!$A$2:$A$11</c:f>
              <c:strCache>
                <c:ptCount val="10"/>
                <c:pt idx="0">
                  <c:v>SE34</c:v>
                </c:pt>
                <c:pt idx="1">
                  <c:v>SE35</c:v>
                </c:pt>
                <c:pt idx="2">
                  <c:v>SE36</c:v>
                </c:pt>
                <c:pt idx="3">
                  <c:v>SE37</c:v>
                </c:pt>
                <c:pt idx="4">
                  <c:v>SE38</c:v>
                </c:pt>
                <c:pt idx="5">
                  <c:v>SE39</c:v>
                </c:pt>
                <c:pt idx="6">
                  <c:v>SE40</c:v>
                </c:pt>
                <c:pt idx="7">
                  <c:v>SE41</c:v>
                </c:pt>
                <c:pt idx="8">
                  <c:v>SE42</c:v>
                </c:pt>
                <c:pt idx="9">
                  <c:v>SE43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1.0</c:v>
                </c:pt>
                <c:pt idx="7">
                  <c:v>2.0</c:v>
                </c:pt>
                <c:pt idx="8">
                  <c:v>0.0</c:v>
                </c:pt>
                <c:pt idx="9">
                  <c:v>7.0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2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Sheet1!$A$2:$A$3</c:f>
              <c:strCache>
                <c:ptCount val="2"/>
                <c:pt idx="0">
                  <c:v>Bulongo</c:v>
                </c:pt>
                <c:pt idx="1">
                  <c:v>Mutwanga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Sheet1!$A$2:$A$3</c:f>
              <c:strCache>
                <c:ptCount val="2"/>
                <c:pt idx="0">
                  <c:v>Bulongo</c:v>
                </c:pt>
                <c:pt idx="1">
                  <c:v>Mutwanga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</c:v>
                </c:pt>
                <c:pt idx="1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E67E22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dPt>
            <c:idx val="5"/>
            <c:spPr>
              <a:solidFill>
                <a:srgbClr val="C0392B"/>
              </a:solidFill>
            </c:spPr>
          </c:dPt>
          <c:dPt>
            <c:idx val="6"/>
            <c:spPr>
              <a:solidFill>
                <a:srgbClr val="C0392B"/>
              </a:solidFill>
            </c:spPr>
          </c:dPt>
          <c:cat>
            <c:strRef>
              <c:f>Sheet1!$A$2:$A$8</c:f>
              <c:strCache>
                <c:ptCount val="7"/>
                <c:pt idx="0">
                  <c:v>Nzenga</c:v>
                </c:pt>
                <c:pt idx="1">
                  <c:v>Mwenda</c:v>
                </c:pt>
                <c:pt idx="2">
                  <c:v>Kitokoli</c:v>
                </c:pt>
                <c:pt idx="3">
                  <c:v>La Frontiere</c:v>
                </c:pt>
                <c:pt idx="4">
                  <c:v>Lubiriha</c:v>
                </c:pt>
                <c:pt idx="5">
                  <c:v>Bulongo</c:v>
                </c:pt>
                <c:pt idx="6">
                  <c:v>Mutwanga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46.0</c:v>
                </c:pt>
                <c:pt idx="1">
                  <c:v>20.0</c:v>
                </c:pt>
                <c:pt idx="2">
                  <c:v>6.0</c:v>
                </c:pt>
                <c:pt idx="3">
                  <c:v>1.0</c:v>
                </c:pt>
                <c:pt idx="4">
                  <c:v>1.0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35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Sheet1!$A$2:$A$11</c:f>
              <c:strCache>
                <c:ptCount val="10"/>
                <c:pt idx="0">
                  <c:v>13/10</c:v>
                </c:pt>
                <c:pt idx="1">
                  <c:v>14/10</c:v>
                </c:pt>
                <c:pt idx="2">
                  <c:v>16/10</c:v>
                </c:pt>
                <c:pt idx="3">
                  <c:v>17/10</c:v>
                </c:pt>
                <c:pt idx="4">
                  <c:v>18/10</c:v>
                </c:pt>
                <c:pt idx="5">
                  <c:v>19/10</c:v>
                </c:pt>
                <c:pt idx="6">
                  <c:v>21/10</c:v>
                </c:pt>
                <c:pt idx="7">
                  <c:v>22/10</c:v>
                </c:pt>
                <c:pt idx="8">
                  <c:v>24/10</c:v>
                </c:pt>
                <c:pt idx="9">
                  <c:v>25/10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72.0</c:v>
                </c:pt>
                <c:pt idx="1">
                  <c:v>138.0</c:v>
                </c:pt>
                <c:pt idx="2">
                  <c:v>31.0</c:v>
                </c:pt>
                <c:pt idx="3">
                  <c:v>31.0</c:v>
                </c:pt>
                <c:pt idx="4">
                  <c:v>36.0</c:v>
                </c:pt>
                <c:pt idx="5">
                  <c:v>51.0</c:v>
                </c:pt>
                <c:pt idx="6">
                  <c:v>79.0</c:v>
                </c:pt>
                <c:pt idx="7">
                  <c:v>66.0</c:v>
                </c:pt>
                <c:pt idx="8">
                  <c:v>99.0</c:v>
                </c:pt>
                <c:pt idx="9">
                  <c:v>35.0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Sheet1!$A$2:$A$11</c:f>
              <c:strCache>
                <c:ptCount val="10"/>
                <c:pt idx="0">
                  <c:v>13/10</c:v>
                </c:pt>
                <c:pt idx="1">
                  <c:v>14/10</c:v>
                </c:pt>
                <c:pt idx="2">
                  <c:v>16/10</c:v>
                </c:pt>
                <c:pt idx="3">
                  <c:v>17/10</c:v>
                </c:pt>
                <c:pt idx="4">
                  <c:v>18/10</c:v>
                </c:pt>
                <c:pt idx="5">
                  <c:v>19/10</c:v>
                </c:pt>
                <c:pt idx="6">
                  <c:v>21/10</c:v>
                </c:pt>
                <c:pt idx="7">
                  <c:v>22/10</c:v>
                </c:pt>
                <c:pt idx="8">
                  <c:v>24/10</c:v>
                </c:pt>
                <c:pt idx="9">
                  <c:v>25/10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72.0</c:v>
                </c:pt>
                <c:pt idx="1">
                  <c:v>138.0</c:v>
                </c:pt>
                <c:pt idx="2">
                  <c:v>31.0</c:v>
                </c:pt>
                <c:pt idx="3">
                  <c:v>31.0</c:v>
                </c:pt>
                <c:pt idx="4">
                  <c:v>36.0</c:v>
                </c:pt>
                <c:pt idx="5">
                  <c:v>51.0</c:v>
                </c:pt>
                <c:pt idx="6">
                  <c:v>79.0</c:v>
                </c:pt>
                <c:pt idx="7">
                  <c:v>66.0</c:v>
                </c:pt>
                <c:pt idx="8">
                  <c:v>99.0</c:v>
                </c:pt>
                <c:pt idx="9">
                  <c:v>35.0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Sheet1!$A$2:$A$11</c:f>
              <c:strCache>
                <c:ptCount val="10"/>
                <c:pt idx="0">
                  <c:v>13/10</c:v>
                </c:pt>
                <c:pt idx="1">
                  <c:v>14/10</c:v>
                </c:pt>
                <c:pt idx="2">
                  <c:v>16/10</c:v>
                </c:pt>
                <c:pt idx="3">
                  <c:v>17/10</c:v>
                </c:pt>
                <c:pt idx="4">
                  <c:v>18/10</c:v>
                </c:pt>
                <c:pt idx="5">
                  <c:v>19/10</c:v>
                </c:pt>
                <c:pt idx="6">
                  <c:v>21/10</c:v>
                </c:pt>
                <c:pt idx="7">
                  <c:v>22/10</c:v>
                </c:pt>
                <c:pt idx="8">
                  <c:v>24/10</c:v>
                </c:pt>
                <c:pt idx="9">
                  <c:v>25/10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10.0</c:v>
                </c:pt>
                <c:pt idx="2">
                  <c:v>7.0</c:v>
                </c:pt>
                <c:pt idx="3">
                  <c:v>11.0</c:v>
                </c:pt>
                <c:pt idx="4">
                  <c:v>7.0</c:v>
                </c:pt>
                <c:pt idx="5">
                  <c:v>12.0</c:v>
                </c:pt>
                <c:pt idx="6">
                  <c:v>19.0</c:v>
                </c:pt>
                <c:pt idx="7">
                  <c:v>14.0</c:v>
                </c:pt>
                <c:pt idx="8">
                  <c:v>29.0</c:v>
                </c:pt>
                <c:pt idx="9">
                  <c:v>9.0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22/10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64.0</c:v>
                </c:pt>
                <c:pt idx="1">
                  <c:v>2.0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99.0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43.0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Sheet1!$A$2:$A$19</c:f>
              <c:strCache>
                <c:ptCount val="18"/>
                <c:pt idx="0">
                  <c:v>05/10</c:v>
                </c:pt>
                <c:pt idx="1">
                  <c:v>06/10</c:v>
                </c:pt>
                <c:pt idx="2">
                  <c:v>08/10</c:v>
                </c:pt>
                <c:pt idx="3">
                  <c:v>09/10</c:v>
                </c:pt>
                <c:pt idx="4">
                  <c:v>10/10</c:v>
                </c:pt>
                <c:pt idx="5">
                  <c:v>11/10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17/10</c:v>
                </c:pt>
                <c:pt idx="11">
                  <c:v>18/10</c:v>
                </c:pt>
                <c:pt idx="12">
                  <c:v>19/10</c:v>
                </c:pt>
                <c:pt idx="13">
                  <c:v>21/10</c:v>
                </c:pt>
                <c:pt idx="14">
                  <c:v>22/10</c:v>
                </c:pt>
                <c:pt idx="15">
                  <c:v>23/10</c:v>
                </c:pt>
                <c:pt idx="16">
                  <c:v>24/10</c:v>
                </c:pt>
                <c:pt idx="17">
                  <c:v>25/10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98.8</c:v>
                </c:pt>
                <c:pt idx="1">
                  <c:v>98.2</c:v>
                </c:pt>
                <c:pt idx="2">
                  <c:v>98.4</c:v>
                </c:pt>
                <c:pt idx="3">
                  <c:v>98.6</c:v>
                </c:pt>
                <c:pt idx="4">
                  <c:v>98.4</c:v>
                </c:pt>
                <c:pt idx="5">
                  <c:v>46.4</c:v>
                </c:pt>
                <c:pt idx="6">
                  <c:v>65.2</c:v>
                </c:pt>
                <c:pt idx="7">
                  <c:v>93.5</c:v>
                </c:pt>
                <c:pt idx="8">
                  <c:v>99.3</c:v>
                </c:pt>
                <c:pt idx="9">
                  <c:v>96.6</c:v>
                </c:pt>
                <c:pt idx="10">
                  <c:v>100.0</c:v>
                </c:pt>
                <c:pt idx="11">
                  <c:v>100.0</c:v>
                </c:pt>
                <c:pt idx="12">
                  <c:v>92.0</c:v>
                </c:pt>
                <c:pt idx="13">
                  <c:v>95.5</c:v>
                </c:pt>
                <c:pt idx="14">
                  <c:v>96.7</c:v>
                </c:pt>
                <c:pt idx="15">
                  <c:v>96.8</c:v>
                </c:pt>
                <c:pt idx="16">
                  <c:v>90.8</c:v>
                </c:pt>
                <c:pt idx="17">
                  <c:v>94.6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Sheet1!$A$2:$A$14</c:f>
              <c:strCache>
                <c:ptCount val="13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21/09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  <c:pt idx="5">
                  <c:v>1.0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Sheet1!$A$2:$A$14</c:f>
              <c:strCache>
                <c:ptCount val="13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21/09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2.0</c:v>
                </c:pt>
                <c:pt idx="2">
                  <c:v>7.0</c:v>
                </c:pt>
                <c:pt idx="3">
                  <c:v>8.0</c:v>
                </c:pt>
                <c:pt idx="4">
                  <c:v>8.0</c:v>
                </c:pt>
                <c:pt idx="5">
                  <c:v>6.0</c:v>
                </c:pt>
                <c:pt idx="6">
                  <c:v>4.0</c:v>
                </c:pt>
                <c:pt idx="7">
                  <c:v>4.0</c:v>
                </c:pt>
                <c:pt idx="8">
                  <c:v>2.0</c:v>
                </c:pt>
                <c:pt idx="9">
                  <c:v>3.0</c:v>
                </c:pt>
                <c:pt idx="10">
                  <c:v>3.0</c:v>
                </c:pt>
                <c:pt idx="11">
                  <c:v>4.0</c:v>
                </c:pt>
                <c:pt idx="12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7.1</c:v>
                </c:pt>
                <c:pt idx="8">
                  <c:v>0.0</c:v>
                </c:pt>
                <c:pt idx="9">
                  <c:v>10.0</c:v>
                </c:pt>
                <c:pt idx="10">
                  <c:v>8.6</c:v>
                </c:pt>
                <c:pt idx="1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21/10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2.0</c:v>
                </c:pt>
                <c:pt idx="1">
                  <c:v>7.0</c:v>
                </c:pt>
                <c:pt idx="2">
                  <c:v>7.0</c:v>
                </c:pt>
                <c:pt idx="3">
                  <c:v>3.0</c:v>
                </c:pt>
                <c:pt idx="4">
                  <c:v>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21/10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7.0</c:v>
                </c:pt>
                <c:pt idx="2">
                  <c:v>7.0</c:v>
                </c:pt>
                <c:pt idx="3">
                  <c:v>6.0</c:v>
                </c:pt>
                <c:pt idx="4">
                  <c:v>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21/10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7.0</c:v>
                </c:pt>
                <c:pt idx="2">
                  <c:v>7.0</c:v>
                </c:pt>
                <c:pt idx="3">
                  <c:v>6.0</c:v>
                </c:pt>
                <c:pt idx="4">
                  <c:v>3.0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MUTWANGA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Mutwanga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Mutwanga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21 août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27 %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20,0 %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SE43 (20 cas) ; létalité hebdomadaire de la dernière semaine complète : 0 %.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 vivants · 1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1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0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Nzenga : 46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5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+ 6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25,7 %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4/9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44,4 %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7/9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77,8 %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Mutwanga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22/10/2026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−11 (−31 %)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 (+67 %)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−55 (−90 %)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66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99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−64 (−65 %)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−64 (−65 %)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−20 (−69 %)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−19 (−83 %)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−22 (−76 %)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(−50 %)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−64 (−65 %)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1 583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1 498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95 %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8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5,6 %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104,2 %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