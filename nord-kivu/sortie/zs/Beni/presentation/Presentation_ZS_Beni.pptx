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Sheet1!$A$2:$A$23</c:f>
              <c:strCache>
                <c:ptCount val="22"/>
                <c:pt idx="0">
                  <c:v>SE22</c:v>
                </c:pt>
                <c:pt idx="1">
                  <c:v>SE23</c:v>
                </c:pt>
                <c:pt idx="2">
                  <c:v>SE24</c:v>
                </c:pt>
                <c:pt idx="3">
                  <c:v>SE25</c:v>
                </c:pt>
                <c:pt idx="4">
                  <c:v>SE26</c:v>
                </c:pt>
                <c:pt idx="5">
                  <c:v>SE27</c:v>
                </c:pt>
                <c:pt idx="6">
                  <c:v>SE28</c:v>
                </c:pt>
                <c:pt idx="7">
                  <c:v>SE29</c:v>
                </c:pt>
                <c:pt idx="8">
                  <c:v>SE30</c:v>
                </c:pt>
                <c:pt idx="9">
                  <c:v>SE31</c:v>
                </c:pt>
                <c:pt idx="10">
                  <c:v>SE32</c:v>
                </c:pt>
                <c:pt idx="11">
                  <c:v>SE33</c:v>
                </c:pt>
                <c:pt idx="12">
                  <c:v>SE34</c:v>
                </c:pt>
                <c:pt idx="13">
                  <c:v>SE35</c:v>
                </c:pt>
                <c:pt idx="14">
                  <c:v>SE36</c:v>
                </c:pt>
                <c:pt idx="15">
                  <c:v>SE37</c:v>
                </c:pt>
                <c:pt idx="16">
                  <c:v>SE38</c:v>
                </c:pt>
                <c:pt idx="17">
                  <c:v>SE39</c:v>
                </c:pt>
                <c:pt idx="18">
                  <c:v>SE40</c:v>
                </c:pt>
                <c:pt idx="19">
                  <c:v>SE41</c:v>
                </c:pt>
                <c:pt idx="20">
                  <c:v>SE42</c:v>
                </c:pt>
                <c:pt idx="21">
                  <c:v>SE43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  <c:pt idx="5">
                  <c:v>3.0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1.0</c:v>
                </c:pt>
                <c:pt idx="10">
                  <c:v>1.0</c:v>
                </c:pt>
                <c:pt idx="11">
                  <c:v>3.0</c:v>
                </c:pt>
                <c:pt idx="12">
                  <c:v>1.0</c:v>
                </c:pt>
                <c:pt idx="13">
                  <c:v>0.0</c:v>
                </c:pt>
                <c:pt idx="14">
                  <c:v>2.0</c:v>
                </c:pt>
                <c:pt idx="15">
                  <c:v>9.0</c:v>
                </c:pt>
                <c:pt idx="16">
                  <c:v>7.0</c:v>
                </c:pt>
                <c:pt idx="17">
                  <c:v>17.0</c:v>
                </c:pt>
                <c:pt idx="18">
                  <c:v>10.0</c:v>
                </c:pt>
                <c:pt idx="19">
                  <c:v>13.0</c:v>
                </c:pt>
                <c:pt idx="20">
                  <c:v>25.0</c:v>
                </c:pt>
                <c:pt idx="21">
                  <c:v>51.0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Sheet1!$A$2:$A$23</c:f>
              <c:strCache>
                <c:ptCount val="22"/>
                <c:pt idx="0">
                  <c:v>SE22</c:v>
                </c:pt>
                <c:pt idx="1">
                  <c:v>SE23</c:v>
                </c:pt>
                <c:pt idx="2">
                  <c:v>SE24</c:v>
                </c:pt>
                <c:pt idx="3">
                  <c:v>SE25</c:v>
                </c:pt>
                <c:pt idx="4">
                  <c:v>SE26</c:v>
                </c:pt>
                <c:pt idx="5">
                  <c:v>SE27</c:v>
                </c:pt>
                <c:pt idx="6">
                  <c:v>SE28</c:v>
                </c:pt>
                <c:pt idx="7">
                  <c:v>SE29</c:v>
                </c:pt>
                <c:pt idx="8">
                  <c:v>SE30</c:v>
                </c:pt>
                <c:pt idx="9">
                  <c:v>SE31</c:v>
                </c:pt>
                <c:pt idx="10">
                  <c:v>SE32</c:v>
                </c:pt>
                <c:pt idx="11">
                  <c:v>SE33</c:v>
                </c:pt>
                <c:pt idx="12">
                  <c:v>SE34</c:v>
                </c:pt>
                <c:pt idx="13">
                  <c:v>SE35</c:v>
                </c:pt>
                <c:pt idx="14">
                  <c:v>SE36</c:v>
                </c:pt>
                <c:pt idx="15">
                  <c:v>SE37</c:v>
                </c:pt>
                <c:pt idx="16">
                  <c:v>SE38</c:v>
                </c:pt>
                <c:pt idx="17">
                  <c:v>SE39</c:v>
                </c:pt>
                <c:pt idx="18">
                  <c:v>SE40</c:v>
                </c:pt>
                <c:pt idx="19">
                  <c:v>SE41</c:v>
                </c:pt>
                <c:pt idx="20">
                  <c:v>SE42</c:v>
                </c:pt>
                <c:pt idx="21">
                  <c:v>SE43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3.0</c:v>
                </c:pt>
                <c:pt idx="1">
                  <c:v>4.0</c:v>
                </c:pt>
                <c:pt idx="2">
                  <c:v>5.0</c:v>
                </c:pt>
                <c:pt idx="3">
                  <c:v>3.0</c:v>
                </c:pt>
                <c:pt idx="4">
                  <c:v>4.0</c:v>
                </c:pt>
                <c:pt idx="5">
                  <c:v>4.0</c:v>
                </c:pt>
                <c:pt idx="6">
                  <c:v>1.0</c:v>
                </c:pt>
                <c:pt idx="7">
                  <c:v>4.0</c:v>
                </c:pt>
                <c:pt idx="8">
                  <c:v>6.0</c:v>
                </c:pt>
                <c:pt idx="9">
                  <c:v>18.0</c:v>
                </c:pt>
                <c:pt idx="10">
                  <c:v>11.0</c:v>
                </c:pt>
                <c:pt idx="11">
                  <c:v>15.0</c:v>
                </c:pt>
                <c:pt idx="12">
                  <c:v>23.0</c:v>
                </c:pt>
                <c:pt idx="13">
                  <c:v>21.0</c:v>
                </c:pt>
                <c:pt idx="14">
                  <c:v>33.0</c:v>
                </c:pt>
                <c:pt idx="15">
                  <c:v>43.0</c:v>
                </c:pt>
                <c:pt idx="16">
                  <c:v>42.0</c:v>
                </c:pt>
                <c:pt idx="17">
                  <c:v>37.0</c:v>
                </c:pt>
                <c:pt idx="18">
                  <c:v>47.0</c:v>
                </c:pt>
                <c:pt idx="19">
                  <c:v>51.0</c:v>
                </c:pt>
                <c:pt idx="20">
                  <c:v>52.0</c:v>
                </c:pt>
                <c:pt idx="21">
                  <c:v>65.0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40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Sheet1!$A$2:$A$19</c:f>
              <c:strCache>
                <c:ptCount val="18"/>
                <c:pt idx="0">
                  <c:v>Non renseignée</c:v>
                </c:pt>
                <c:pt idx="1">
                  <c:v>Benengule</c:v>
                </c:pt>
                <c:pt idx="2">
                  <c:v>Kanzuli</c:v>
                </c:pt>
                <c:pt idx="3">
                  <c:v>Kanzulinzuli</c:v>
                </c:pt>
                <c:pt idx="4">
                  <c:v>Butsili</c:v>
                </c:pt>
                <c:pt idx="5">
                  <c:v>Tamende</c:v>
                </c:pt>
                <c:pt idx="6">
                  <c:v>Kasabinyole</c:v>
                </c:pt>
                <c:pt idx="7">
                  <c:v>Ngongolio</c:v>
                </c:pt>
                <c:pt idx="8">
                  <c:v>Mandrandele</c:v>
                </c:pt>
                <c:pt idx="9">
                  <c:v>Mangothe</c:v>
                </c:pt>
                <c:pt idx="10">
                  <c:v>Ngadi</c:v>
                </c:pt>
                <c:pt idx="11">
                  <c:v>Rwangoma</c:v>
                </c:pt>
                <c:pt idx="12">
                  <c:v>Malepe</c:v>
                </c:pt>
                <c:pt idx="13">
                  <c:v>Boikene</c:v>
                </c:pt>
                <c:pt idx="14">
                  <c:v>Mabolio</c:v>
                </c:pt>
                <c:pt idx="15">
                  <c:v>Kasanga</c:v>
                </c:pt>
                <c:pt idx="16">
                  <c:v>Bundji</c:v>
                </c:pt>
                <c:pt idx="17">
                  <c:v>Vuyingo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0.0</c:v>
                </c:pt>
                <c:pt idx="1">
                  <c:v>3.0</c:v>
                </c:pt>
                <c:pt idx="2">
                  <c:v>4.0</c:v>
                </c:pt>
                <c:pt idx="3">
                  <c:v>4.0</c:v>
                </c:pt>
                <c:pt idx="4">
                  <c:v>1.0</c:v>
                </c:pt>
                <c:pt idx="5">
                  <c:v>2.0</c:v>
                </c:pt>
                <c:pt idx="6">
                  <c:v>0.0</c:v>
                </c:pt>
                <c:pt idx="7">
                  <c:v>0.0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1.0</c:v>
                </c:pt>
                <c:pt idx="15">
                  <c:v>1.0</c:v>
                </c:pt>
                <c:pt idx="16">
                  <c:v>0.0</c:v>
                </c:pt>
                <c:pt idx="1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Sheet1!$A$2:$A$19</c:f>
              <c:strCache>
                <c:ptCount val="18"/>
                <c:pt idx="0">
                  <c:v>Non renseignée</c:v>
                </c:pt>
                <c:pt idx="1">
                  <c:v>Benengule</c:v>
                </c:pt>
                <c:pt idx="2">
                  <c:v>Kanzuli</c:v>
                </c:pt>
                <c:pt idx="3">
                  <c:v>Kanzulinzuli</c:v>
                </c:pt>
                <c:pt idx="4">
                  <c:v>Butsili</c:v>
                </c:pt>
                <c:pt idx="5">
                  <c:v>Tamende</c:v>
                </c:pt>
                <c:pt idx="6">
                  <c:v>Kasabinyole</c:v>
                </c:pt>
                <c:pt idx="7">
                  <c:v>Ngongolio</c:v>
                </c:pt>
                <c:pt idx="8">
                  <c:v>Mandrandele</c:v>
                </c:pt>
                <c:pt idx="9">
                  <c:v>Mangothe</c:v>
                </c:pt>
                <c:pt idx="10">
                  <c:v>Ngadi</c:v>
                </c:pt>
                <c:pt idx="11">
                  <c:v>Rwangoma</c:v>
                </c:pt>
                <c:pt idx="12">
                  <c:v>Malepe</c:v>
                </c:pt>
                <c:pt idx="13">
                  <c:v>Boikene</c:v>
                </c:pt>
                <c:pt idx="14">
                  <c:v>Mabolio</c:v>
                </c:pt>
                <c:pt idx="15">
                  <c:v>Kasanga</c:v>
                </c:pt>
                <c:pt idx="16">
                  <c:v>Bundji</c:v>
                </c:pt>
                <c:pt idx="17">
                  <c:v>Vuyingo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7.0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  <c:pt idx="5">
                  <c:v>0.0</c:v>
                </c:pt>
                <c:pt idx="6">
                  <c:v>2.0</c:v>
                </c:pt>
                <c:pt idx="7">
                  <c:v>2.0</c:v>
                </c:pt>
                <c:pt idx="8">
                  <c:v>1.0</c:v>
                </c:pt>
                <c:pt idx="9">
                  <c:v>0.0</c:v>
                </c:pt>
                <c:pt idx="10">
                  <c:v>0.0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0.0</c:v>
                </c:pt>
                <c:pt idx="15">
                  <c:v>0.0</c:v>
                </c:pt>
                <c:pt idx="16">
                  <c:v>1.0</c:v>
                </c:pt>
                <c:pt idx="17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27AE60"/>
              </a:solidFill>
            </c:spPr>
          </c:dPt>
          <c:dPt>
            <c:idx val="5"/>
            <c:spPr>
              <a:solidFill>
                <a:srgbClr val="F1C40F"/>
              </a:solidFill>
            </c:spPr>
          </c:dPt>
          <c:dPt>
            <c:idx val="6"/>
            <c:spPr>
              <a:solidFill>
                <a:srgbClr val="F1C40F"/>
              </a:solidFill>
            </c:spPr>
          </c:dPt>
          <c:dPt>
            <c:idx val="7"/>
            <c:spPr>
              <a:solidFill>
                <a:srgbClr val="F1C40F"/>
              </a:solidFill>
            </c:spPr>
          </c:dPt>
          <c:dPt>
            <c:idx val="8"/>
            <c:spPr>
              <a:solidFill>
                <a:srgbClr val="F1C40F"/>
              </a:solidFill>
            </c:spPr>
          </c:dPt>
          <c:dPt>
            <c:idx val="9"/>
            <c:spPr>
              <a:solidFill>
                <a:srgbClr val="F1C40F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E67E22"/>
              </a:solidFill>
            </c:spPr>
          </c:dPt>
          <c:dPt>
            <c:idx val="12"/>
            <c:spPr>
              <a:solidFill>
                <a:srgbClr val="E67E22"/>
              </a:solidFill>
            </c:spPr>
          </c:dPt>
          <c:dPt>
            <c:idx val="13"/>
            <c:spPr>
              <a:solidFill>
                <a:srgbClr val="E67E22"/>
              </a:solidFill>
            </c:spPr>
          </c:dPt>
          <c:dPt>
            <c:idx val="14"/>
            <c:spPr>
              <a:solidFill>
                <a:srgbClr val="E67E22"/>
              </a:solidFill>
            </c:spPr>
          </c:dPt>
          <c:dPt>
            <c:idx val="15"/>
            <c:spPr>
              <a:solidFill>
                <a:srgbClr val="E67E22"/>
              </a:solidFill>
            </c:spPr>
          </c:dPt>
          <c:dPt>
            <c:idx val="16"/>
            <c:spPr>
              <a:solidFill>
                <a:srgbClr val="E67E22"/>
              </a:solidFill>
            </c:spPr>
          </c:dPt>
          <c:dPt>
            <c:idx val="17"/>
            <c:spPr>
              <a:solidFill>
                <a:srgbClr val="E67E22"/>
              </a:solidFill>
            </c:spPr>
          </c:dPt>
          <c:dPt>
            <c:idx val="18"/>
            <c:spPr>
              <a:solidFill>
                <a:srgbClr val="E67E22"/>
              </a:solidFill>
            </c:spPr>
          </c:dPt>
          <c:dPt>
            <c:idx val="19"/>
            <c:spPr>
              <a:solidFill>
                <a:srgbClr val="E67E22"/>
              </a:solidFill>
            </c:spPr>
          </c:dPt>
          <c:dPt>
            <c:idx val="20"/>
            <c:spPr>
              <a:solidFill>
                <a:srgbClr val="E67E22"/>
              </a:solidFill>
            </c:spPr>
          </c:dPt>
          <c:dPt>
            <c:idx val="21"/>
            <c:spPr>
              <a:solidFill>
                <a:srgbClr val="C0392B"/>
              </a:solidFill>
            </c:spPr>
          </c:dPt>
          <c:dPt>
            <c:idx val="22"/>
            <c:spPr>
              <a:solidFill>
                <a:srgbClr val="C0392B"/>
              </a:solidFill>
            </c:spPr>
          </c:dPt>
          <c:dPt>
            <c:idx val="23"/>
            <c:spPr>
              <a:solidFill>
                <a:srgbClr val="C0392B"/>
              </a:solidFill>
            </c:spPr>
          </c:dPt>
          <c:dPt>
            <c:idx val="24"/>
            <c:spPr>
              <a:solidFill>
                <a:srgbClr val="C0392B"/>
              </a:solidFill>
            </c:spPr>
          </c:dPt>
          <c:dPt>
            <c:idx val="25"/>
            <c:spPr>
              <a:solidFill>
                <a:srgbClr val="C0392B"/>
              </a:solidFill>
            </c:spPr>
          </c:dPt>
          <c:dPt>
            <c:idx val="26"/>
            <c:spPr>
              <a:solidFill>
                <a:srgbClr val="C0392B"/>
              </a:solidFill>
            </c:spPr>
          </c:dPt>
          <c:dPt>
            <c:idx val="27"/>
            <c:spPr>
              <a:solidFill>
                <a:srgbClr val="C0392B"/>
              </a:solidFill>
            </c:spPr>
          </c:dPt>
          <c:dPt>
            <c:idx val="28"/>
            <c:spPr>
              <a:solidFill>
                <a:srgbClr val="C0392B"/>
              </a:solidFill>
            </c:spPr>
          </c:dPt>
          <c:dPt>
            <c:idx val="29"/>
            <c:spPr>
              <a:solidFill>
                <a:srgbClr val="C0392B"/>
              </a:solidFill>
            </c:spPr>
          </c:dPt>
          <c:dPt>
            <c:idx val="30"/>
            <c:spPr>
              <a:solidFill>
                <a:srgbClr val="C0392B"/>
              </a:solidFill>
            </c:spPr>
          </c:dPt>
          <c:dPt>
            <c:idx val="31"/>
            <c:spPr>
              <a:solidFill>
                <a:srgbClr val="C0392B"/>
              </a:solidFill>
            </c:spPr>
          </c:dPt>
          <c:dPt>
            <c:idx val="32"/>
            <c:spPr>
              <a:solidFill>
                <a:srgbClr val="C0392B"/>
              </a:solidFill>
            </c:spPr>
          </c:dPt>
          <c:dPt>
            <c:idx val="33"/>
            <c:spPr>
              <a:solidFill>
                <a:srgbClr val="C0392B"/>
              </a:solidFill>
            </c:spPr>
          </c:dPt>
          <c:dPt>
            <c:idx val="34"/>
            <c:spPr>
              <a:solidFill>
                <a:srgbClr val="C0392B"/>
              </a:solidFill>
            </c:spPr>
          </c:dPt>
          <c:dPt>
            <c:idx val="35"/>
            <c:spPr>
              <a:solidFill>
                <a:srgbClr val="C0392B"/>
              </a:solidFill>
            </c:spPr>
          </c:dPt>
          <c:dPt>
            <c:idx val="36"/>
            <c:spPr>
              <a:solidFill>
                <a:srgbClr val="C0392B"/>
              </a:solidFill>
            </c:spPr>
          </c:dPt>
          <c:dPt>
            <c:idx val="37"/>
            <c:spPr>
              <a:solidFill>
                <a:srgbClr val="C0392B"/>
              </a:solidFill>
            </c:spPr>
          </c:dPt>
          <c:cat>
            <c:strRef>
              <c:f>Sheet1!$A$2:$A$39</c:f>
              <c:strCache>
                <c:ptCount val="38"/>
                <c:pt idx="0">
                  <c:v>Kasika</c:v>
                </c:pt>
                <c:pt idx="1">
                  <c:v>Nzuma</c:v>
                </c:pt>
                <c:pt idx="2">
                  <c:v>Madrandele</c:v>
                </c:pt>
                <c:pt idx="3">
                  <c:v>Mabalako</c:v>
                </c:pt>
                <c:pt idx="4">
                  <c:v>Mabatali</c:v>
                </c:pt>
                <c:pt idx="5">
                  <c:v>Mabokanga</c:v>
                </c:pt>
                <c:pt idx="6">
                  <c:v>Wanamahika</c:v>
                </c:pt>
                <c:pt idx="7">
                  <c:v>Buindji</c:v>
                </c:pt>
                <c:pt idx="8">
                  <c:v>Bundi</c:v>
                </c:pt>
                <c:pt idx="9">
                  <c:v>Supa</c:v>
                </c:pt>
                <c:pt idx="10">
                  <c:v>Ngilinga</c:v>
                </c:pt>
                <c:pt idx="11">
                  <c:v>Butanuka</c:v>
                </c:pt>
                <c:pt idx="12">
                  <c:v>Kuka</c:v>
                </c:pt>
                <c:pt idx="13">
                  <c:v>Tuungane</c:v>
                </c:pt>
                <c:pt idx="14">
                  <c:v>Makumo</c:v>
                </c:pt>
                <c:pt idx="15">
                  <c:v>Mukulya</c:v>
                </c:pt>
                <c:pt idx="16">
                  <c:v>Ndindi</c:v>
                </c:pt>
                <c:pt idx="17">
                  <c:v>Mabakanga</c:v>
                </c:pt>
                <c:pt idx="18">
                  <c:v>Mambango</c:v>
                </c:pt>
                <c:pt idx="19">
                  <c:v>Paida</c:v>
                </c:pt>
                <c:pt idx="20">
                  <c:v>Ngihnga</c:v>
                </c:pt>
                <c:pt idx="21">
                  <c:v>Ngongolio</c:v>
                </c:pt>
                <c:pt idx="22">
                  <c:v>Vuyingo</c:v>
                </c:pt>
                <c:pt idx="23">
                  <c:v>Bundji</c:v>
                </c:pt>
                <c:pt idx="24">
                  <c:v>Tamende</c:v>
                </c:pt>
                <c:pt idx="25">
                  <c:v>Butsili</c:v>
                </c:pt>
                <c:pt idx="26">
                  <c:v>Rwangoma</c:v>
                </c:pt>
                <c:pt idx="27">
                  <c:v>Kanzuli</c:v>
                </c:pt>
                <c:pt idx="28">
                  <c:v>Ngadi</c:v>
                </c:pt>
                <c:pt idx="29">
                  <c:v>Kanzulinzuli</c:v>
                </c:pt>
                <c:pt idx="30">
                  <c:v>Kasanga</c:v>
                </c:pt>
                <c:pt idx="31">
                  <c:v>Mangothe</c:v>
                </c:pt>
                <c:pt idx="32">
                  <c:v>Mandrandele</c:v>
                </c:pt>
                <c:pt idx="33">
                  <c:v>Malepe</c:v>
                </c:pt>
                <c:pt idx="34">
                  <c:v>Boikene</c:v>
                </c:pt>
                <c:pt idx="35">
                  <c:v>Kasabinyole</c:v>
                </c:pt>
                <c:pt idx="36">
                  <c:v>Mabolio</c:v>
                </c:pt>
                <c:pt idx="37">
                  <c:v>Benengule</c:v>
                </c:pt>
              </c:strCache>
            </c:strRef>
          </c:cat>
          <c:val>
            <c:numRef>
              <c:f>Sheet1!$B$2:$B$39</c:f>
              <c:numCache>
                <c:formatCode>General</c:formatCode>
                <c:ptCount val="38"/>
                <c:pt idx="0">
                  <c:v>140.0</c:v>
                </c:pt>
                <c:pt idx="1">
                  <c:v>129.0</c:v>
                </c:pt>
                <c:pt idx="2">
                  <c:v>86.0</c:v>
                </c:pt>
                <c:pt idx="3">
                  <c:v>49.0</c:v>
                </c:pt>
                <c:pt idx="4">
                  <c:v>45.0</c:v>
                </c:pt>
                <c:pt idx="5">
                  <c:v>37.0</c:v>
                </c:pt>
                <c:pt idx="6">
                  <c:v>31.0</c:v>
                </c:pt>
                <c:pt idx="7">
                  <c:v>23.0</c:v>
                </c:pt>
                <c:pt idx="8">
                  <c:v>22.0</c:v>
                </c:pt>
                <c:pt idx="9">
                  <c:v>22.0</c:v>
                </c:pt>
                <c:pt idx="10">
                  <c:v>12.0</c:v>
                </c:pt>
                <c:pt idx="11">
                  <c:v>11.0</c:v>
                </c:pt>
                <c:pt idx="12">
                  <c:v>10.0</c:v>
                </c:pt>
                <c:pt idx="13">
                  <c:v>9.0</c:v>
                </c:pt>
                <c:pt idx="14">
                  <c:v>6.0</c:v>
                </c:pt>
                <c:pt idx="15">
                  <c:v>3.0</c:v>
                </c:pt>
                <c:pt idx="16">
                  <c:v>3.0</c:v>
                </c:pt>
                <c:pt idx="17">
                  <c:v>2.0</c:v>
                </c:pt>
                <c:pt idx="18">
                  <c:v>1.0</c:v>
                </c:pt>
                <c:pt idx="19">
                  <c:v>1.0</c:v>
                </c:pt>
                <c:pt idx="20">
                  <c:v>1.0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374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42.0</c:v>
                </c:pt>
                <c:pt idx="1">
                  <c:v>231.0</c:v>
                </c:pt>
                <c:pt idx="2">
                  <c:v>101.0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Sheet1!$A$2:$A$11</c:f>
              <c:strCache>
                <c:ptCount val="10"/>
                <c:pt idx="0">
                  <c:v>12/10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23/10</c:v>
                </c:pt>
                <c:pt idx="9">
                  <c:v>25/10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423.0</c:v>
                </c:pt>
                <c:pt idx="1">
                  <c:v>882.0</c:v>
                </c:pt>
                <c:pt idx="2">
                  <c:v>433.0</c:v>
                </c:pt>
                <c:pt idx="3">
                  <c:v>440.0</c:v>
                </c:pt>
                <c:pt idx="4">
                  <c:v>826.0</c:v>
                </c:pt>
                <c:pt idx="5">
                  <c:v>512.0</c:v>
                </c:pt>
                <c:pt idx="6">
                  <c:v>416.0</c:v>
                </c:pt>
                <c:pt idx="7">
                  <c:v>499.0</c:v>
                </c:pt>
                <c:pt idx="8">
                  <c:v>543.0</c:v>
                </c:pt>
                <c:pt idx="9">
                  <c:v>374.0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Sheet1!$A$2:$A$11</c:f>
              <c:strCache>
                <c:ptCount val="10"/>
                <c:pt idx="0">
                  <c:v>12/10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23/10</c:v>
                </c:pt>
                <c:pt idx="9">
                  <c:v>25/10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423.0</c:v>
                </c:pt>
                <c:pt idx="1">
                  <c:v>882.0</c:v>
                </c:pt>
                <c:pt idx="2">
                  <c:v>433.0</c:v>
                </c:pt>
                <c:pt idx="3">
                  <c:v>440.0</c:v>
                </c:pt>
                <c:pt idx="4">
                  <c:v>826.0</c:v>
                </c:pt>
                <c:pt idx="5">
                  <c:v>512.0</c:v>
                </c:pt>
                <c:pt idx="6">
                  <c:v>416.0</c:v>
                </c:pt>
                <c:pt idx="7">
                  <c:v>499.0</c:v>
                </c:pt>
                <c:pt idx="8">
                  <c:v>0.0</c:v>
                </c:pt>
                <c:pt idx="9">
                  <c:v>374.0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Sheet1!$A$2:$A$11</c:f>
              <c:strCache>
                <c:ptCount val="10"/>
                <c:pt idx="0">
                  <c:v>12/10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18/10</c:v>
                </c:pt>
                <c:pt idx="5">
                  <c:v>19/10</c:v>
                </c:pt>
                <c:pt idx="6">
                  <c:v>20/10</c:v>
                </c:pt>
                <c:pt idx="7">
                  <c:v>21/10</c:v>
                </c:pt>
                <c:pt idx="8">
                  <c:v>23/10</c:v>
                </c:pt>
                <c:pt idx="9">
                  <c:v>25/10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65.0</c:v>
                </c:pt>
                <c:pt idx="1">
                  <c:v>98.0</c:v>
                </c:pt>
                <c:pt idx="2">
                  <c:v>46.0</c:v>
                </c:pt>
                <c:pt idx="3">
                  <c:v>51.0</c:v>
                </c:pt>
                <c:pt idx="4">
                  <c:v>95.0</c:v>
                </c:pt>
                <c:pt idx="5">
                  <c:v>73.0</c:v>
                </c:pt>
                <c:pt idx="6">
                  <c:v>58.0</c:v>
                </c:pt>
                <c:pt idx="7">
                  <c:v>49.0</c:v>
                </c:pt>
                <c:pt idx="8">
                  <c:v>57.0</c:v>
                </c:pt>
                <c:pt idx="9">
                  <c:v>48.0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21/10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63.0</c:v>
                </c:pt>
                <c:pt idx="1">
                  <c:v>262.0</c:v>
                </c:pt>
                <c:pt idx="2">
                  <c:v>174.0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77.0</c:v>
                </c:pt>
                <c:pt idx="1">
                  <c:v>285.0</c:v>
                </c:pt>
                <c:pt idx="2">
                  <c:v>180.0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42.0</c:v>
                </c:pt>
                <c:pt idx="1">
                  <c:v>231.0</c:v>
                </c:pt>
                <c:pt idx="2">
                  <c:v>101.0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1766.0</c:v>
                </c:pt>
                <c:pt idx="1">
                  <c:v>133.0</c:v>
                </c:pt>
                <c:pt idx="2">
                  <c:v>269.0</c:v>
                </c:pt>
                <c:pt idx="3">
                  <c:v>15.0</c:v>
                </c:pt>
                <c:pt idx="4">
                  <c:v>4.0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64.5</c:v>
                </c:pt>
                <c:pt idx="1">
                  <c:v>68.7</c:v>
                </c:pt>
                <c:pt idx="2">
                  <c:v>73.8</c:v>
                </c:pt>
                <c:pt idx="3">
                  <c:v>74.7</c:v>
                </c:pt>
                <c:pt idx="4">
                  <c:v>74.6</c:v>
                </c:pt>
                <c:pt idx="5">
                  <c:v>72.0</c:v>
                </c:pt>
                <c:pt idx="6">
                  <c:v>66.2</c:v>
                </c:pt>
                <c:pt idx="7">
                  <c:v>71.8</c:v>
                </c:pt>
                <c:pt idx="8">
                  <c:v>74.6</c:v>
                </c:pt>
                <c:pt idx="9">
                  <c:v>74.3</c:v>
                </c:pt>
                <c:pt idx="10">
                  <c:v>74.3</c:v>
                </c:pt>
                <c:pt idx="11">
                  <c:v>78.1</c:v>
                </c:pt>
                <c:pt idx="12">
                  <c:v>74.8</c:v>
                </c:pt>
                <c:pt idx="13">
                  <c:v>72.6</c:v>
                </c:pt>
                <c:pt idx="14">
                  <c:v>72.3</c:v>
                </c:pt>
                <c:pt idx="15">
                  <c:v>67.4</c:v>
                </c:pt>
                <c:pt idx="16">
                  <c:v>70.8</c:v>
                </c:pt>
                <c:pt idx="17">
                  <c:v>70.4</c:v>
                </c:pt>
                <c:pt idx="18">
                  <c:v>71.3</c:v>
                </c:pt>
                <c:pt idx="19">
                  <c:v>71.4</c:v>
                </c:pt>
                <c:pt idx="20">
                  <c:v>69.6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Sheet1!$A$2:$A$13</c:f>
              <c:strCache>
                <c:ptCount val="12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23/09</c:v>
                </c:pt>
                <c:pt idx="11">
                  <c:v>24/09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9.0</c:v>
                </c:pt>
                <c:pt idx="1">
                  <c:v>10.0</c:v>
                </c:pt>
                <c:pt idx="2">
                  <c:v>1.0</c:v>
                </c:pt>
                <c:pt idx="3">
                  <c:v>5.0</c:v>
                </c:pt>
                <c:pt idx="4">
                  <c:v>8.0</c:v>
                </c:pt>
                <c:pt idx="5">
                  <c:v>15.0</c:v>
                </c:pt>
                <c:pt idx="6">
                  <c:v>3.0</c:v>
                </c:pt>
                <c:pt idx="7">
                  <c:v>1.0</c:v>
                </c:pt>
                <c:pt idx="8">
                  <c:v>3.0</c:v>
                </c:pt>
                <c:pt idx="9">
                  <c:v>3.0</c:v>
                </c:pt>
                <c:pt idx="10">
                  <c:v>6.0</c:v>
                </c:pt>
                <c:pt idx="11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Sheet1!$A$2:$A$13</c:f>
              <c:strCache>
                <c:ptCount val="12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23/09</c:v>
                </c:pt>
                <c:pt idx="11">
                  <c:v>24/09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38.0</c:v>
                </c:pt>
                <c:pt idx="1">
                  <c:v>38.0</c:v>
                </c:pt>
                <c:pt idx="2">
                  <c:v>9.0</c:v>
                </c:pt>
                <c:pt idx="3">
                  <c:v>27.0</c:v>
                </c:pt>
                <c:pt idx="4">
                  <c:v>36.0</c:v>
                </c:pt>
                <c:pt idx="5">
                  <c:v>31.0</c:v>
                </c:pt>
                <c:pt idx="6">
                  <c:v>23.0</c:v>
                </c:pt>
                <c:pt idx="7">
                  <c:v>5.0</c:v>
                </c:pt>
                <c:pt idx="8">
                  <c:v>14.0</c:v>
                </c:pt>
                <c:pt idx="9">
                  <c:v>29.0</c:v>
                </c:pt>
                <c:pt idx="10">
                  <c:v>9.0</c:v>
                </c:pt>
                <c:pt idx="11">
                  <c:v>19.0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</c:v>
                </c:pt>
                <c:pt idx="1">
                  <c:v>3.1</c:v>
                </c:pt>
                <c:pt idx="2">
                  <c:v>3.7</c:v>
                </c:pt>
                <c:pt idx="3">
                  <c:v>9.6</c:v>
                </c:pt>
                <c:pt idx="4">
                  <c:v>6.3</c:v>
                </c:pt>
                <c:pt idx="5">
                  <c:v>9.2</c:v>
                </c:pt>
                <c:pt idx="6">
                  <c:v>9.7</c:v>
                </c:pt>
                <c:pt idx="7">
                  <c:v>8.4</c:v>
                </c:pt>
                <c:pt idx="8">
                  <c:v>13.7</c:v>
                </c:pt>
                <c:pt idx="9">
                  <c:v>18.3</c:v>
                </c:pt>
                <c:pt idx="10">
                  <c:v>18.7</c:v>
                </c:pt>
                <c:pt idx="11">
                  <c:v>26.3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23/10</c:v>
                </c:pt>
                <c:pt idx="4">
                  <c:v>25/10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24.0</c:v>
                </c:pt>
                <c:pt idx="1">
                  <c:v>13.0</c:v>
                </c:pt>
                <c:pt idx="2">
                  <c:v>17.0</c:v>
                </c:pt>
                <c:pt idx="3">
                  <c:v>0.0</c:v>
                </c:pt>
                <c:pt idx="4">
                  <c:v>21.0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23/10</c:v>
                </c:pt>
                <c:pt idx="4">
                  <c:v>25/10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13.0</c:v>
                </c:pt>
                <c:pt idx="2">
                  <c:v>17.0</c:v>
                </c:pt>
                <c:pt idx="3">
                  <c:v>26.0</c:v>
                </c:pt>
                <c:pt idx="4">
                  <c:v>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23/10</c:v>
                </c:pt>
                <c:pt idx="4">
                  <c:v>25/10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24.0</c:v>
                </c:pt>
                <c:pt idx="1">
                  <c:v>13.0</c:v>
                </c:pt>
                <c:pt idx="2">
                  <c:v>17.0</c:v>
                </c:pt>
                <c:pt idx="3">
                  <c:v>26.0</c:v>
                </c:pt>
                <c:pt idx="4">
                  <c:v>21.0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BENI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Beni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Beni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27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492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77 %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77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24,6 %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SE43 (116 cas) ; létalité hebdomadaire de la dernière semaine complète : 68 %.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20 vivants · 20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12 · M : 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9 · M :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Vuyingo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17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11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5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5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Kasika : 140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21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374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+ 17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12,8 %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12/48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25,0 %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33/48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68,8 %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Beni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21/10/2026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448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+336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543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−526 (−97 %)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499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543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374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−169 (−31 %)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499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374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+374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−9 (−16 %)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 (−13 %)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 (−19 %)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 (−19 %)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−35 (−45 %)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262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231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−54 (−19 %)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−79 (−44 %)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Réticents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 (−21 %)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7 193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428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5 006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70 %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2 187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1 766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297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18,3 %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8/35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22,9 %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134,7 %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