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Sheet1!$A$2:$A$25</c:f>
              <c:strCache>
                <c:ptCount val="24"/>
                <c:pt idx="0">
                  <c:v>SE20</c:v>
                </c:pt>
                <c:pt idx="1">
                  <c:v>SE21</c:v>
                </c:pt>
                <c:pt idx="2">
                  <c:v>SE22</c:v>
                </c:pt>
                <c:pt idx="3">
                  <c:v>SE23</c:v>
                </c:pt>
                <c:pt idx="4">
                  <c:v>SE24</c:v>
                </c:pt>
                <c:pt idx="5">
                  <c:v>SE25</c:v>
                </c:pt>
                <c:pt idx="6">
                  <c:v>SE26</c:v>
                </c:pt>
                <c:pt idx="7">
                  <c:v>SE27</c:v>
                </c:pt>
                <c:pt idx="8">
                  <c:v>SE28</c:v>
                </c:pt>
                <c:pt idx="9">
                  <c:v>SE29</c:v>
                </c:pt>
                <c:pt idx="10">
                  <c:v>SE30</c:v>
                </c:pt>
                <c:pt idx="11">
                  <c:v>SE31</c:v>
                </c:pt>
                <c:pt idx="12">
                  <c:v>SE32</c:v>
                </c:pt>
                <c:pt idx="13">
                  <c:v>SE33</c:v>
                </c:pt>
                <c:pt idx="14">
                  <c:v>SE34</c:v>
                </c:pt>
                <c:pt idx="15">
                  <c:v>SE35</c:v>
                </c:pt>
                <c:pt idx="16">
                  <c:v>SE36</c:v>
                </c:pt>
                <c:pt idx="17">
                  <c:v>SE37</c:v>
                </c:pt>
                <c:pt idx="18">
                  <c:v>SE38</c:v>
                </c:pt>
                <c:pt idx="19">
                  <c:v>SE39</c:v>
                </c:pt>
                <c:pt idx="20">
                  <c:v>SE40</c:v>
                </c:pt>
                <c:pt idx="21">
                  <c:v>SE41</c:v>
                </c:pt>
                <c:pt idx="22">
                  <c:v>SE42</c:v>
                </c:pt>
                <c:pt idx="23">
                  <c:v>SE43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Sheet1!$A$2:$A$25</c:f>
              <c:strCache>
                <c:ptCount val="24"/>
                <c:pt idx="0">
                  <c:v>SE20</c:v>
                </c:pt>
                <c:pt idx="1">
                  <c:v>SE21</c:v>
                </c:pt>
                <c:pt idx="2">
                  <c:v>SE22</c:v>
                </c:pt>
                <c:pt idx="3">
                  <c:v>SE23</c:v>
                </c:pt>
                <c:pt idx="4">
                  <c:v>SE24</c:v>
                </c:pt>
                <c:pt idx="5">
                  <c:v>SE25</c:v>
                </c:pt>
                <c:pt idx="6">
                  <c:v>SE26</c:v>
                </c:pt>
                <c:pt idx="7">
                  <c:v>SE27</c:v>
                </c:pt>
                <c:pt idx="8">
                  <c:v>SE28</c:v>
                </c:pt>
                <c:pt idx="9">
                  <c:v>SE29</c:v>
                </c:pt>
                <c:pt idx="10">
                  <c:v>SE30</c:v>
                </c:pt>
                <c:pt idx="11">
                  <c:v>SE31</c:v>
                </c:pt>
                <c:pt idx="12">
                  <c:v>SE32</c:v>
                </c:pt>
                <c:pt idx="13">
                  <c:v>SE33</c:v>
                </c:pt>
                <c:pt idx="14">
                  <c:v>SE34</c:v>
                </c:pt>
                <c:pt idx="15">
                  <c:v>SE35</c:v>
                </c:pt>
                <c:pt idx="16">
                  <c:v>SE36</c:v>
                </c:pt>
                <c:pt idx="17">
                  <c:v>SE37</c:v>
                </c:pt>
                <c:pt idx="18">
                  <c:v>SE38</c:v>
                </c:pt>
                <c:pt idx="19">
                  <c:v>SE39</c:v>
                </c:pt>
                <c:pt idx="20">
                  <c:v>SE40</c:v>
                </c:pt>
                <c:pt idx="21">
                  <c:v>SE41</c:v>
                </c:pt>
                <c:pt idx="22">
                  <c:v>SE42</c:v>
                </c:pt>
                <c:pt idx="23">
                  <c:v>SE43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cat>
            <c:strRef>
              <c:f>Sheet1!$A$2:$A$2</c:f>
              <c:strCache>
                <c:ptCount val="1"/>
                <c:pt idx="0">
                  <c:v>Heal Africa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162.0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06/10</c:v>
                </c:pt>
                <c:pt idx="1">
                  <c:v>09/10</c:v>
                </c:pt>
                <c:pt idx="2">
                  <c:v>10/10</c:v>
                </c:pt>
                <c:pt idx="3">
                  <c:v>17/10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6.0</c:v>
                </c:pt>
                <c:pt idx="1">
                  <c:v>0.0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Sheet1!$A$2:$A$5</c:f>
              <c:strCache>
                <c:ptCount val="4"/>
                <c:pt idx="0">
                  <c:v>06/10</c:v>
                </c:pt>
                <c:pt idx="1">
                  <c:v>09/10</c:v>
                </c:pt>
                <c:pt idx="2">
                  <c:v>10/10</c:v>
                </c:pt>
                <c:pt idx="3">
                  <c:v>17/10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Sheet1!$A$2:$A$5</c:f>
              <c:strCache>
                <c:ptCount val="4"/>
                <c:pt idx="0">
                  <c:v>06/10</c:v>
                </c:pt>
                <c:pt idx="1">
                  <c:v>09/10</c:v>
                </c:pt>
                <c:pt idx="2">
                  <c:v>10/10</c:v>
                </c:pt>
                <c:pt idx="3">
                  <c:v>17/10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09/10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17/10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Sheet1!$A$2:$A$14</c:f>
              <c:strCache>
                <c:ptCount val="13"/>
                <c:pt idx="0">
                  <c:v>21/05</c:v>
                </c:pt>
                <c:pt idx="1">
                  <c:v>26/05</c:v>
                </c:pt>
                <c:pt idx="2">
                  <c:v>27/05</c:v>
                </c:pt>
                <c:pt idx="3">
                  <c:v>28/05</c:v>
                </c:pt>
                <c:pt idx="4">
                  <c:v>29/05</c:v>
                </c:pt>
                <c:pt idx="5">
                  <c:v>30/05</c:v>
                </c:pt>
                <c:pt idx="6">
                  <c:v>31/05</c:v>
                </c:pt>
                <c:pt idx="7">
                  <c:v>01/06</c:v>
                </c:pt>
                <c:pt idx="8">
                  <c:v>02/06</c:v>
                </c:pt>
                <c:pt idx="9">
                  <c:v>03/06</c:v>
                </c:pt>
                <c:pt idx="10">
                  <c:v>04/06</c:v>
                </c:pt>
                <c:pt idx="11">
                  <c:v>05/06</c:v>
                </c:pt>
                <c:pt idx="12">
                  <c:v>06/06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48.5</c:v>
                </c:pt>
                <c:pt idx="4">
                  <c:v>48.5</c:v>
                </c:pt>
                <c:pt idx="5">
                  <c:v>0.0</c:v>
                </c:pt>
                <c:pt idx="6">
                  <c:v>0.0</c:v>
                </c:pt>
                <c:pt idx="7">
                  <c:v>48.5</c:v>
                </c:pt>
                <c:pt idx="8">
                  <c:v>48.5</c:v>
                </c:pt>
                <c:pt idx="9">
                  <c:v>48.5</c:v>
                </c:pt>
                <c:pt idx="10">
                  <c:v>48.5</c:v>
                </c:pt>
                <c:pt idx="11">
                  <c:v>48.5</c:v>
                </c:pt>
                <c:pt idx="12">
                  <c:v>48.5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</c:f>
              <c:strCache>
                <c:ptCount val="1"/>
                <c:pt idx="0">
                  <c:v>16/06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Sheet1!$A$2:$A$2</c:f>
              <c:strCache>
                <c:ptCount val="1"/>
                <c:pt idx="0">
                  <c:v>16/06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Sheet1!$A$2:$A$2</c:f>
              <c:strCache>
                <c:ptCount val="1"/>
                <c:pt idx="0">
                  <c:v>SE25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</c:f>
              <c:strCache>
                <c:ptCount val="1"/>
                <c:pt idx="0">
                  <c:v>17/10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Sheet1!$A$2:$A$2</c:f>
              <c:strCache>
                <c:ptCount val="1"/>
                <c:pt idx="0">
                  <c:v>17/10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Sheet1!$A$2:$A$2</c:f>
              <c:strCache>
                <c:ptCount val="1"/>
                <c:pt idx="0">
                  <c:v>17/10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GOMA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Goma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Goma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16 mai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0,0 %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SE20 (1 cas) ; létalité hebdomadaire de la dernière semaine complète : 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vivants ·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" y="292608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4436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Aucun cas confirmé notifié le 25 octobre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0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Heal Africa : 162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 (dernières alertes saisies : 17 octobre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décès · données du 17/10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+ 0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—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—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0/0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0/0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—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Goma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09/10/2026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10/10/2026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17/10/2026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(−100 %)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—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(−100 %)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 (dernier suivi saisi : 6 juin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le 06/06 (dernier suivi saisi)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48 %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66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16 juin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16/06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100,0 %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0/0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—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