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Sheet1!$A$2:$A$24</c:f>
              <c:strCache>
                <c:ptCount val="23"/>
                <c:pt idx="0">
                  <c:v>SE21</c:v>
                </c:pt>
                <c:pt idx="1">
                  <c:v>SE22</c:v>
                </c:pt>
                <c:pt idx="2">
                  <c:v>SE23</c:v>
                </c:pt>
                <c:pt idx="3">
                  <c:v>SE24</c:v>
                </c:pt>
                <c:pt idx="4">
                  <c:v>SE25</c:v>
                </c:pt>
                <c:pt idx="5">
                  <c:v>SE26</c:v>
                </c:pt>
                <c:pt idx="6">
                  <c:v>SE27</c:v>
                </c:pt>
                <c:pt idx="7">
                  <c:v>SE28</c:v>
                </c:pt>
                <c:pt idx="8">
                  <c:v>SE29</c:v>
                </c:pt>
                <c:pt idx="9">
                  <c:v>SE30</c:v>
                </c:pt>
                <c:pt idx="10">
                  <c:v>SE31</c:v>
                </c:pt>
                <c:pt idx="11">
                  <c:v>SE32</c:v>
                </c:pt>
                <c:pt idx="12">
                  <c:v>SE33</c:v>
                </c:pt>
                <c:pt idx="13">
                  <c:v>SE34</c:v>
                </c:pt>
                <c:pt idx="14">
                  <c:v>SE35</c:v>
                </c:pt>
                <c:pt idx="15">
                  <c:v>SE36</c:v>
                </c:pt>
                <c:pt idx="16">
                  <c:v>SE37</c:v>
                </c:pt>
                <c:pt idx="17">
                  <c:v>SE38</c:v>
                </c:pt>
                <c:pt idx="18">
                  <c:v>SE39</c:v>
                </c:pt>
                <c:pt idx="19">
                  <c:v>SE40</c:v>
                </c:pt>
                <c:pt idx="20">
                  <c:v>SE41</c:v>
                </c:pt>
                <c:pt idx="21">
                  <c:v>SE42</c:v>
                </c:pt>
                <c:pt idx="22">
                  <c:v>SE43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2.0</c:v>
                </c:pt>
                <c:pt idx="1">
                  <c:v>0.0</c:v>
                </c:pt>
                <c:pt idx="2">
                  <c:v>2.0</c:v>
                </c:pt>
                <c:pt idx="3">
                  <c:v>3.0</c:v>
                </c:pt>
                <c:pt idx="4">
                  <c:v>5.0</c:v>
                </c:pt>
                <c:pt idx="5">
                  <c:v>5.0</c:v>
                </c:pt>
                <c:pt idx="6">
                  <c:v>2.0</c:v>
                </c:pt>
                <c:pt idx="7">
                  <c:v>6.0</c:v>
                </c:pt>
                <c:pt idx="8">
                  <c:v>2.0</c:v>
                </c:pt>
                <c:pt idx="9">
                  <c:v>13.0</c:v>
                </c:pt>
                <c:pt idx="10">
                  <c:v>11.0</c:v>
                </c:pt>
                <c:pt idx="11">
                  <c:v>11.0</c:v>
                </c:pt>
                <c:pt idx="12">
                  <c:v>14.0</c:v>
                </c:pt>
                <c:pt idx="13">
                  <c:v>6.0</c:v>
                </c:pt>
                <c:pt idx="14">
                  <c:v>13.0</c:v>
                </c:pt>
                <c:pt idx="15">
                  <c:v>22.0</c:v>
                </c:pt>
                <c:pt idx="16">
                  <c:v>22.0</c:v>
                </c:pt>
                <c:pt idx="17">
                  <c:v>18.0</c:v>
                </c:pt>
                <c:pt idx="18">
                  <c:v>5.0</c:v>
                </c:pt>
                <c:pt idx="19">
                  <c:v>18.0</c:v>
                </c:pt>
                <c:pt idx="20">
                  <c:v>35.0</c:v>
                </c:pt>
                <c:pt idx="21">
                  <c:v>23.0</c:v>
                </c:pt>
                <c:pt idx="22">
                  <c:v>12.0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Sheet1!$A$2:$A$24</c:f>
              <c:strCache>
                <c:ptCount val="23"/>
                <c:pt idx="0">
                  <c:v>SE21</c:v>
                </c:pt>
                <c:pt idx="1">
                  <c:v>SE22</c:v>
                </c:pt>
                <c:pt idx="2">
                  <c:v>SE23</c:v>
                </c:pt>
                <c:pt idx="3">
                  <c:v>SE24</c:v>
                </c:pt>
                <c:pt idx="4">
                  <c:v>SE25</c:v>
                </c:pt>
                <c:pt idx="5">
                  <c:v>SE26</c:v>
                </c:pt>
                <c:pt idx="6">
                  <c:v>SE27</c:v>
                </c:pt>
                <c:pt idx="7">
                  <c:v>SE28</c:v>
                </c:pt>
                <c:pt idx="8">
                  <c:v>SE29</c:v>
                </c:pt>
                <c:pt idx="9">
                  <c:v>SE30</c:v>
                </c:pt>
                <c:pt idx="10">
                  <c:v>SE31</c:v>
                </c:pt>
                <c:pt idx="11">
                  <c:v>SE32</c:v>
                </c:pt>
                <c:pt idx="12">
                  <c:v>SE33</c:v>
                </c:pt>
                <c:pt idx="13">
                  <c:v>SE34</c:v>
                </c:pt>
                <c:pt idx="14">
                  <c:v>SE35</c:v>
                </c:pt>
                <c:pt idx="15">
                  <c:v>SE36</c:v>
                </c:pt>
                <c:pt idx="16">
                  <c:v>SE37</c:v>
                </c:pt>
                <c:pt idx="17">
                  <c:v>SE38</c:v>
                </c:pt>
                <c:pt idx="18">
                  <c:v>SE39</c:v>
                </c:pt>
                <c:pt idx="19">
                  <c:v>SE40</c:v>
                </c:pt>
                <c:pt idx="20">
                  <c:v>SE41</c:v>
                </c:pt>
                <c:pt idx="21">
                  <c:v>SE42</c:v>
                </c:pt>
                <c:pt idx="22">
                  <c:v>SE43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3.0</c:v>
                </c:pt>
                <c:pt idx="1">
                  <c:v>2.0</c:v>
                </c:pt>
                <c:pt idx="2">
                  <c:v>3.0</c:v>
                </c:pt>
                <c:pt idx="3">
                  <c:v>7.0</c:v>
                </c:pt>
                <c:pt idx="4">
                  <c:v>6.0</c:v>
                </c:pt>
                <c:pt idx="5">
                  <c:v>3.0</c:v>
                </c:pt>
                <c:pt idx="6">
                  <c:v>12.0</c:v>
                </c:pt>
                <c:pt idx="7">
                  <c:v>14.0</c:v>
                </c:pt>
                <c:pt idx="8">
                  <c:v>22.0</c:v>
                </c:pt>
                <c:pt idx="9">
                  <c:v>25.0</c:v>
                </c:pt>
                <c:pt idx="10">
                  <c:v>33.0</c:v>
                </c:pt>
                <c:pt idx="11">
                  <c:v>30.0</c:v>
                </c:pt>
                <c:pt idx="12">
                  <c:v>43.0</c:v>
                </c:pt>
                <c:pt idx="13">
                  <c:v>44.0</c:v>
                </c:pt>
                <c:pt idx="14">
                  <c:v>28.0</c:v>
                </c:pt>
                <c:pt idx="15">
                  <c:v>35.0</c:v>
                </c:pt>
                <c:pt idx="16">
                  <c:v>48.0</c:v>
                </c:pt>
                <c:pt idx="17">
                  <c:v>26.0</c:v>
                </c:pt>
                <c:pt idx="18">
                  <c:v>11.0</c:v>
                </c:pt>
                <c:pt idx="19">
                  <c:v>24.0</c:v>
                </c:pt>
                <c:pt idx="20">
                  <c:v>12.0</c:v>
                </c:pt>
                <c:pt idx="21">
                  <c:v>9.0</c:v>
                </c:pt>
                <c:pt idx="22">
                  <c:v>5.0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Répartition des 2 nouveaux cas par aire de santé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</c:f>
              <c:strCache>
                <c:ptCount val="1"/>
                <c:pt idx="0">
                  <c:v>Vungi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</c:f>
              <c:strCache>
                <c:ptCount val="1"/>
                <c:pt idx="0">
                  <c:v>Vungi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27AE60"/>
              </a:solidFill>
            </c:spPr>
          </c:dPt>
          <c:dPt>
            <c:idx val="3"/>
            <c:spPr>
              <a:solidFill>
                <a:srgbClr val="27AE60"/>
              </a:solidFill>
            </c:spPr>
          </c:dPt>
          <c:dPt>
            <c:idx val="4"/>
            <c:spPr>
              <a:solidFill>
                <a:srgbClr val="27AE60"/>
              </a:solidFill>
            </c:spPr>
          </c:dPt>
          <c:dPt>
            <c:idx val="5"/>
            <c:spPr>
              <a:solidFill>
                <a:srgbClr val="27AE60"/>
              </a:solidFill>
            </c:spPr>
          </c:dPt>
          <c:dPt>
            <c:idx val="6"/>
            <c:spPr>
              <a:solidFill>
                <a:srgbClr val="27AE60"/>
              </a:solidFill>
            </c:spPr>
          </c:dPt>
          <c:dPt>
            <c:idx val="7"/>
            <c:spPr>
              <a:solidFill>
                <a:srgbClr val="27AE60"/>
              </a:solidFill>
            </c:spPr>
          </c:dPt>
          <c:dPt>
            <c:idx val="8"/>
            <c:spPr>
              <a:solidFill>
                <a:srgbClr val="27AE60"/>
              </a:solidFill>
            </c:spPr>
          </c:dPt>
          <c:dPt>
            <c:idx val="9"/>
            <c:spPr>
              <a:solidFill>
                <a:srgbClr val="27AE60"/>
              </a:solidFill>
            </c:spPr>
          </c:dPt>
          <c:dPt>
            <c:idx val="10"/>
            <c:spPr>
              <a:solidFill>
                <a:srgbClr val="27AE60"/>
              </a:solidFill>
            </c:spPr>
          </c:dPt>
          <c:dPt>
            <c:idx val="11"/>
            <c:spPr>
              <a:solidFill>
                <a:srgbClr val="27AE60"/>
              </a:solidFill>
            </c:spPr>
          </c:dPt>
          <c:dPt>
            <c:idx val="12"/>
            <c:spPr>
              <a:solidFill>
                <a:srgbClr val="27AE60"/>
              </a:solidFill>
            </c:spPr>
          </c:dPt>
          <c:dPt>
            <c:idx val="13"/>
            <c:spPr>
              <a:solidFill>
                <a:srgbClr val="27AE60"/>
              </a:solidFill>
            </c:spPr>
          </c:dPt>
          <c:dPt>
            <c:idx val="14"/>
            <c:spPr>
              <a:solidFill>
                <a:srgbClr val="F1C40F"/>
              </a:solidFill>
            </c:spPr>
          </c:dPt>
          <c:dPt>
            <c:idx val="15"/>
            <c:spPr>
              <a:solidFill>
                <a:srgbClr val="F1C40F"/>
              </a:solidFill>
            </c:spPr>
          </c:dPt>
          <c:dPt>
            <c:idx val="16"/>
            <c:spPr>
              <a:solidFill>
                <a:srgbClr val="F1C40F"/>
              </a:solidFill>
            </c:spPr>
          </c:dPt>
          <c:dPt>
            <c:idx val="17"/>
            <c:spPr>
              <a:solidFill>
                <a:srgbClr val="F1C40F"/>
              </a:solidFill>
            </c:spPr>
          </c:dPt>
          <c:dPt>
            <c:idx val="18"/>
            <c:spPr>
              <a:solidFill>
                <a:srgbClr val="F1C40F"/>
              </a:solidFill>
            </c:spPr>
          </c:dPt>
          <c:dPt>
            <c:idx val="19"/>
            <c:spPr>
              <a:solidFill>
                <a:srgbClr val="F1C40F"/>
              </a:solidFill>
            </c:spPr>
          </c:dPt>
          <c:dPt>
            <c:idx val="20"/>
            <c:spPr>
              <a:solidFill>
                <a:srgbClr val="F1C40F"/>
              </a:solidFill>
            </c:spPr>
          </c:dPt>
          <c:dPt>
            <c:idx val="21"/>
            <c:spPr>
              <a:solidFill>
                <a:srgbClr val="F1C40F"/>
              </a:solidFill>
            </c:spPr>
          </c:dPt>
          <c:dPt>
            <c:idx val="22"/>
            <c:spPr>
              <a:solidFill>
                <a:srgbClr val="E67E22"/>
              </a:solidFill>
            </c:spPr>
          </c:dPt>
          <c:dPt>
            <c:idx val="23"/>
            <c:spPr>
              <a:solidFill>
                <a:srgbClr val="E67E22"/>
              </a:solidFill>
            </c:spPr>
          </c:dPt>
          <c:dPt>
            <c:idx val="24"/>
            <c:spPr>
              <a:solidFill>
                <a:srgbClr val="E67E22"/>
              </a:solidFill>
            </c:spPr>
          </c:dPt>
          <c:dPt>
            <c:idx val="25"/>
            <c:spPr>
              <a:solidFill>
                <a:srgbClr val="E67E22"/>
              </a:solidFill>
            </c:spPr>
          </c:dPt>
          <c:dPt>
            <c:idx val="26"/>
            <c:spPr>
              <a:solidFill>
                <a:srgbClr val="E67E22"/>
              </a:solidFill>
            </c:spPr>
          </c:dPt>
          <c:dPt>
            <c:idx val="27"/>
            <c:spPr>
              <a:solidFill>
                <a:srgbClr val="E67E22"/>
              </a:solidFill>
            </c:spPr>
          </c:dPt>
          <c:dPt>
            <c:idx val="28"/>
            <c:spPr>
              <a:solidFill>
                <a:srgbClr val="E67E22"/>
              </a:solidFill>
            </c:spPr>
          </c:dPt>
          <c:dPt>
            <c:idx val="29"/>
            <c:spPr>
              <a:solidFill>
                <a:srgbClr val="E67E22"/>
              </a:solidFill>
            </c:spPr>
          </c:dPt>
          <c:dPt>
            <c:idx val="30"/>
            <c:spPr>
              <a:solidFill>
                <a:srgbClr val="E67E22"/>
              </a:solidFill>
            </c:spPr>
          </c:dPt>
          <c:dPt>
            <c:idx val="31"/>
            <c:spPr>
              <a:solidFill>
                <a:srgbClr val="E67E22"/>
              </a:solidFill>
            </c:spPr>
          </c:dPt>
          <c:dPt>
            <c:idx val="32"/>
            <c:spPr>
              <a:solidFill>
                <a:srgbClr val="E67E22"/>
              </a:solidFill>
            </c:spPr>
          </c:dPt>
          <c:dPt>
            <c:idx val="33"/>
            <c:spPr>
              <a:solidFill>
                <a:srgbClr val="E67E22"/>
              </a:solidFill>
            </c:spPr>
          </c:dPt>
          <c:dPt>
            <c:idx val="34"/>
            <c:spPr>
              <a:solidFill>
                <a:srgbClr val="E67E22"/>
              </a:solidFill>
            </c:spPr>
          </c:dPt>
          <c:dPt>
            <c:idx val="35"/>
            <c:spPr>
              <a:solidFill>
                <a:srgbClr val="E67E22"/>
              </a:solidFill>
            </c:spPr>
          </c:dPt>
          <c:dPt>
            <c:idx val="36"/>
            <c:spPr>
              <a:solidFill>
                <a:srgbClr val="E67E22"/>
              </a:solidFill>
            </c:spPr>
          </c:dPt>
          <c:dPt>
            <c:idx val="37"/>
            <c:spPr>
              <a:solidFill>
                <a:srgbClr val="E67E22"/>
              </a:solidFill>
            </c:spPr>
          </c:dPt>
          <c:dPt>
            <c:idx val="38"/>
            <c:spPr>
              <a:solidFill>
                <a:srgbClr val="E67E22"/>
              </a:solidFill>
            </c:spPr>
          </c:dPt>
          <c:dPt>
            <c:idx val="39"/>
            <c:spPr>
              <a:solidFill>
                <a:srgbClr val="E67E22"/>
              </a:solidFill>
            </c:spPr>
          </c:dPt>
          <c:dPt>
            <c:idx val="40"/>
            <c:spPr>
              <a:solidFill>
                <a:srgbClr val="E67E22"/>
              </a:solidFill>
            </c:spPr>
          </c:dPt>
          <c:dPt>
            <c:idx val="41"/>
            <c:spPr>
              <a:solidFill>
                <a:srgbClr val="E67E22"/>
              </a:solidFill>
            </c:spPr>
          </c:dPt>
          <c:dPt>
            <c:idx val="42"/>
            <c:spPr>
              <a:solidFill>
                <a:srgbClr val="E67E22"/>
              </a:solidFill>
            </c:spPr>
          </c:dPt>
          <c:dPt>
            <c:idx val="43"/>
            <c:spPr>
              <a:solidFill>
                <a:srgbClr val="E67E22"/>
              </a:solidFill>
            </c:spPr>
          </c:dPt>
          <c:dPt>
            <c:idx val="44"/>
            <c:spPr>
              <a:solidFill>
                <a:srgbClr val="C0392B"/>
              </a:solidFill>
            </c:spPr>
          </c:dPt>
          <c:cat>
            <c:strRef>
              <c:f>Sheet1!$A$2:$A$46</c:f>
              <c:strCache>
                <c:ptCount val="45"/>
                <c:pt idx="0">
                  <c:v>Kavisa</c:v>
                </c:pt>
                <c:pt idx="1">
                  <c:v>Kimbulu</c:v>
                </c:pt>
                <c:pt idx="2">
                  <c:v>Mihake</c:v>
                </c:pt>
                <c:pt idx="3">
                  <c:v>Utulivu</c:v>
                </c:pt>
                <c:pt idx="4">
                  <c:v>Kyambogho</c:v>
                </c:pt>
                <c:pt idx="5">
                  <c:v>Masereka</c:v>
                </c:pt>
                <c:pt idx="6">
                  <c:v>Ivatama</c:v>
                </c:pt>
                <c:pt idx="7">
                  <c:v>Vuthahira</c:v>
                </c:pt>
                <c:pt idx="8">
                  <c:v>Vutsundo</c:v>
                </c:pt>
                <c:pt idx="9">
                  <c:v>Kiriva</c:v>
                </c:pt>
                <c:pt idx="10">
                  <c:v>Muthiri</c:v>
                </c:pt>
                <c:pt idx="11">
                  <c:v>Kyangike</c:v>
                </c:pt>
                <c:pt idx="12">
                  <c:v>Kangothe</c:v>
                </c:pt>
                <c:pt idx="13">
                  <c:v>Iranga</c:v>
                </c:pt>
                <c:pt idx="14">
                  <c:v>Mutiri</c:v>
                </c:pt>
                <c:pt idx="15">
                  <c:v>Kambuli</c:v>
                </c:pt>
                <c:pt idx="16">
                  <c:v>Misebere</c:v>
                </c:pt>
                <c:pt idx="17">
                  <c:v>Vutahira</c:v>
                </c:pt>
                <c:pt idx="18">
                  <c:v>Vuvatsi</c:v>
                </c:pt>
                <c:pt idx="19">
                  <c:v>Makarere</c:v>
                </c:pt>
                <c:pt idx="20">
                  <c:v>Vuhika</c:v>
                </c:pt>
                <c:pt idx="21">
                  <c:v>Kihinga</c:v>
                </c:pt>
                <c:pt idx="22">
                  <c:v>Makangala</c:v>
                </c:pt>
                <c:pt idx="23">
                  <c:v>Vighole</c:v>
                </c:pt>
                <c:pt idx="24">
                  <c:v>Mutsanga</c:v>
                </c:pt>
                <c:pt idx="25">
                  <c:v>Vutetse</c:v>
                </c:pt>
                <c:pt idx="26">
                  <c:v>Muchanga</c:v>
                </c:pt>
                <c:pt idx="27">
                  <c:v>Masiki</c:v>
                </c:pt>
                <c:pt idx="28">
                  <c:v>Mukuna</c:v>
                </c:pt>
                <c:pt idx="29">
                  <c:v>Nd</c:v>
                </c:pt>
                <c:pt idx="30">
                  <c:v>Wayene</c:v>
                </c:pt>
                <c:pt idx="31">
                  <c:v>Mutsinga</c:v>
                </c:pt>
                <c:pt idx="32">
                  <c:v>Mondo</c:v>
                </c:pt>
                <c:pt idx="33">
                  <c:v>Kyaghala</c:v>
                </c:pt>
                <c:pt idx="34">
                  <c:v>Vighjole</c:v>
                </c:pt>
                <c:pt idx="35">
                  <c:v>Irangya</c:v>
                </c:pt>
                <c:pt idx="36">
                  <c:v>Rughenda</c:v>
                </c:pt>
                <c:pt idx="37">
                  <c:v>Matanda</c:v>
                </c:pt>
                <c:pt idx="38">
                  <c:v>Makerere</c:v>
                </c:pt>
                <c:pt idx="39">
                  <c:v>Kivika</c:v>
                </c:pt>
                <c:pt idx="40">
                  <c:v>Tulizeni</c:v>
                </c:pt>
                <c:pt idx="41">
                  <c:v>Masuli</c:v>
                </c:pt>
                <c:pt idx="42">
                  <c:v>Wanamahika</c:v>
                </c:pt>
                <c:pt idx="43">
                  <c:v>Mitoya</c:v>
                </c:pt>
                <c:pt idx="44">
                  <c:v>Vungi</c:v>
                </c:pt>
              </c:strCache>
            </c:strRef>
          </c:cat>
          <c:val>
            <c:numRef>
              <c:f>Sheet1!$B$2:$B$46</c:f>
              <c:numCache>
                <c:formatCode>General</c:formatCode>
                <c:ptCount val="45"/>
                <c:pt idx="0">
                  <c:v>140.0</c:v>
                </c:pt>
                <c:pt idx="1">
                  <c:v>94.0</c:v>
                </c:pt>
                <c:pt idx="2">
                  <c:v>93.0</c:v>
                </c:pt>
                <c:pt idx="3">
                  <c:v>85.0</c:v>
                </c:pt>
                <c:pt idx="4">
                  <c:v>84.0</c:v>
                </c:pt>
                <c:pt idx="5">
                  <c:v>83.0</c:v>
                </c:pt>
                <c:pt idx="6">
                  <c:v>78.0</c:v>
                </c:pt>
                <c:pt idx="7">
                  <c:v>74.0</c:v>
                </c:pt>
                <c:pt idx="8">
                  <c:v>69.0</c:v>
                </c:pt>
                <c:pt idx="9">
                  <c:v>55.0</c:v>
                </c:pt>
                <c:pt idx="10">
                  <c:v>51.0</c:v>
                </c:pt>
                <c:pt idx="11">
                  <c:v>46.0</c:v>
                </c:pt>
                <c:pt idx="12">
                  <c:v>43.0</c:v>
                </c:pt>
                <c:pt idx="13">
                  <c:v>43.0</c:v>
                </c:pt>
                <c:pt idx="14">
                  <c:v>41.0</c:v>
                </c:pt>
                <c:pt idx="15">
                  <c:v>40.0</c:v>
                </c:pt>
                <c:pt idx="16">
                  <c:v>40.0</c:v>
                </c:pt>
                <c:pt idx="17">
                  <c:v>33.0</c:v>
                </c:pt>
                <c:pt idx="18">
                  <c:v>32.0</c:v>
                </c:pt>
                <c:pt idx="19">
                  <c:v>23.0</c:v>
                </c:pt>
                <c:pt idx="20">
                  <c:v>23.0</c:v>
                </c:pt>
                <c:pt idx="21">
                  <c:v>22.0</c:v>
                </c:pt>
                <c:pt idx="22">
                  <c:v>20.0</c:v>
                </c:pt>
                <c:pt idx="23">
                  <c:v>20.0</c:v>
                </c:pt>
                <c:pt idx="24">
                  <c:v>20.0</c:v>
                </c:pt>
                <c:pt idx="25">
                  <c:v>18.0</c:v>
                </c:pt>
                <c:pt idx="26">
                  <c:v>17.0</c:v>
                </c:pt>
                <c:pt idx="27">
                  <c:v>14.0</c:v>
                </c:pt>
                <c:pt idx="28">
                  <c:v>13.0</c:v>
                </c:pt>
                <c:pt idx="29">
                  <c:v>12.0</c:v>
                </c:pt>
                <c:pt idx="30">
                  <c:v>12.0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9.0</c:v>
                </c:pt>
                <c:pt idx="35">
                  <c:v>9.0</c:v>
                </c:pt>
                <c:pt idx="36">
                  <c:v>7.0</c:v>
                </c:pt>
                <c:pt idx="37">
                  <c:v>7.0</c:v>
                </c:pt>
                <c:pt idx="38">
                  <c:v>4.0</c:v>
                </c:pt>
                <c:pt idx="39">
                  <c:v>3.0</c:v>
                </c:pt>
                <c:pt idx="40">
                  <c:v>2.0</c:v>
                </c:pt>
                <c:pt idx="41">
                  <c:v>2.0</c:v>
                </c:pt>
                <c:pt idx="42">
                  <c:v>2.0</c:v>
                </c:pt>
                <c:pt idx="43">
                  <c:v>2.0</c:v>
                </c:pt>
                <c:pt idx="44">
                  <c:v>0.0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15/10</c:v>
                </c:pt>
                <c:pt idx="1">
                  <c:v>16/10</c:v>
                </c:pt>
                <c:pt idx="2">
                  <c:v>23/10</c:v>
                </c:pt>
                <c:pt idx="3">
                  <c:v>24/10</c:v>
                </c:pt>
                <c:pt idx="4">
                  <c:v>25/10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263.0</c:v>
                </c:pt>
                <c:pt idx="1">
                  <c:v>261.0</c:v>
                </c:pt>
                <c:pt idx="2">
                  <c:v>628.0</c:v>
                </c:pt>
                <c:pt idx="3">
                  <c:v>249.0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Sheet1!$A$2:$A$6</c:f>
              <c:strCache>
                <c:ptCount val="5"/>
                <c:pt idx="0">
                  <c:v>15/10</c:v>
                </c:pt>
                <c:pt idx="1">
                  <c:v>16/10</c:v>
                </c:pt>
                <c:pt idx="2">
                  <c:v>23/10</c:v>
                </c:pt>
                <c:pt idx="3">
                  <c:v>24/10</c:v>
                </c:pt>
                <c:pt idx="4">
                  <c:v>25/10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628.0</c:v>
                </c:pt>
                <c:pt idx="3">
                  <c:v>249.0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Sheet1!$A$2:$A$6</c:f>
              <c:strCache>
                <c:ptCount val="5"/>
                <c:pt idx="0">
                  <c:v>15/10</c:v>
                </c:pt>
                <c:pt idx="1">
                  <c:v>16/10</c:v>
                </c:pt>
                <c:pt idx="2">
                  <c:v>23/10</c:v>
                </c:pt>
                <c:pt idx="3">
                  <c:v>24/10</c:v>
                </c:pt>
                <c:pt idx="4">
                  <c:v>25/10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20.0</c:v>
                </c:pt>
                <c:pt idx="1">
                  <c:v>29.0</c:v>
                </c:pt>
                <c:pt idx="2">
                  <c:v>57.0</c:v>
                </c:pt>
                <c:pt idx="3">
                  <c:v>25.0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23/10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23.0</c:v>
                </c:pt>
                <c:pt idx="1">
                  <c:v>209.0</c:v>
                </c:pt>
                <c:pt idx="2">
                  <c:v>396.0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6.0</c:v>
                </c:pt>
                <c:pt idx="1">
                  <c:v>93.0</c:v>
                </c:pt>
                <c:pt idx="2">
                  <c:v>150.0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69.0</c:v>
                </c:pt>
                <c:pt idx="1">
                  <c:v>48.0</c:v>
                </c:pt>
                <c:pt idx="2">
                  <c:v>3.0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Sheet1!$A$2:$A$22</c:f>
              <c:strCache>
                <c:ptCount val="21"/>
                <c:pt idx="0">
                  <c:v>04/10</c:v>
                </c:pt>
                <c:pt idx="1">
                  <c:v>05/10</c:v>
                </c:pt>
                <c:pt idx="2">
                  <c:v>06/10</c:v>
                </c:pt>
                <c:pt idx="3">
                  <c:v>07/10</c:v>
                </c:pt>
                <c:pt idx="4">
                  <c:v>08/10</c:v>
                </c:pt>
                <c:pt idx="5">
                  <c:v>09/10</c:v>
                </c:pt>
                <c:pt idx="6">
                  <c:v>10/10</c:v>
                </c:pt>
                <c:pt idx="7">
                  <c:v>11/10</c:v>
                </c:pt>
                <c:pt idx="8">
                  <c:v>12/10</c:v>
                </c:pt>
                <c:pt idx="9">
                  <c:v>13/10</c:v>
                </c:pt>
                <c:pt idx="10">
                  <c:v>14/10</c:v>
                </c:pt>
                <c:pt idx="11">
                  <c:v>15/10</c:v>
                </c:pt>
                <c:pt idx="12">
                  <c:v>16/10</c:v>
                </c:pt>
                <c:pt idx="13">
                  <c:v>17/10</c:v>
                </c:pt>
                <c:pt idx="14">
                  <c:v>18/10</c:v>
                </c:pt>
                <c:pt idx="15">
                  <c:v>19/10</c:v>
                </c:pt>
                <c:pt idx="16">
                  <c:v>20/10</c:v>
                </c:pt>
                <c:pt idx="17">
                  <c:v>21/10</c:v>
                </c:pt>
                <c:pt idx="18">
                  <c:v>22/10</c:v>
                </c:pt>
                <c:pt idx="19">
                  <c:v>23/10</c:v>
                </c:pt>
                <c:pt idx="20">
                  <c:v>24/10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85.6</c:v>
                </c:pt>
                <c:pt idx="1">
                  <c:v>88.0</c:v>
                </c:pt>
                <c:pt idx="2">
                  <c:v>85.4</c:v>
                </c:pt>
                <c:pt idx="3">
                  <c:v>82.5</c:v>
                </c:pt>
                <c:pt idx="4">
                  <c:v>87.6</c:v>
                </c:pt>
                <c:pt idx="5">
                  <c:v>87.1</c:v>
                </c:pt>
                <c:pt idx="6">
                  <c:v>86.5</c:v>
                </c:pt>
                <c:pt idx="7">
                  <c:v>87.2</c:v>
                </c:pt>
                <c:pt idx="8">
                  <c:v>87.8</c:v>
                </c:pt>
                <c:pt idx="9">
                  <c:v>89.9</c:v>
                </c:pt>
                <c:pt idx="10">
                  <c:v>89.9</c:v>
                </c:pt>
                <c:pt idx="11">
                  <c:v>92.4</c:v>
                </c:pt>
                <c:pt idx="12">
                  <c:v>94.0</c:v>
                </c:pt>
                <c:pt idx="13">
                  <c:v>94.2</c:v>
                </c:pt>
                <c:pt idx="14">
                  <c:v>93.5</c:v>
                </c:pt>
                <c:pt idx="15">
                  <c:v>94.9</c:v>
                </c:pt>
                <c:pt idx="16">
                  <c:v>95.0</c:v>
                </c:pt>
                <c:pt idx="17">
                  <c:v>95.1</c:v>
                </c:pt>
                <c:pt idx="18">
                  <c:v>94.8</c:v>
                </c:pt>
                <c:pt idx="19">
                  <c:v>95.4</c:v>
                </c:pt>
                <c:pt idx="20">
                  <c:v>95.2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Sheet1!$A$2:$A$15</c:f>
              <c:strCache>
                <c:ptCount val="14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20/09</c:v>
                </c:pt>
                <c:pt idx="10">
                  <c:v>21/09</c:v>
                </c:pt>
                <c:pt idx="11">
                  <c:v>22/09</c:v>
                </c:pt>
                <c:pt idx="12">
                  <c:v>23/09</c:v>
                </c:pt>
                <c:pt idx="13">
                  <c:v>24/09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19.0</c:v>
                </c:pt>
                <c:pt idx="1">
                  <c:v>3.0</c:v>
                </c:pt>
                <c:pt idx="2">
                  <c:v>11.0</c:v>
                </c:pt>
                <c:pt idx="3">
                  <c:v>11.0</c:v>
                </c:pt>
                <c:pt idx="4">
                  <c:v>4.0</c:v>
                </c:pt>
                <c:pt idx="5">
                  <c:v>11.0</c:v>
                </c:pt>
                <c:pt idx="6">
                  <c:v>9.0</c:v>
                </c:pt>
                <c:pt idx="7">
                  <c:v>2.0</c:v>
                </c:pt>
                <c:pt idx="8">
                  <c:v>2.0</c:v>
                </c:pt>
                <c:pt idx="9">
                  <c:v>2.0</c:v>
                </c:pt>
                <c:pt idx="10">
                  <c:v>2.0</c:v>
                </c:pt>
                <c:pt idx="11">
                  <c:v>2.0</c:v>
                </c:pt>
                <c:pt idx="12">
                  <c:v>2.0</c:v>
                </c:pt>
                <c:pt idx="1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Sheet1!$A$2:$A$15</c:f>
              <c:strCache>
                <c:ptCount val="14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20/09</c:v>
                </c:pt>
                <c:pt idx="10">
                  <c:v>21/09</c:v>
                </c:pt>
                <c:pt idx="11">
                  <c:v>22/09</c:v>
                </c:pt>
                <c:pt idx="12">
                  <c:v>23/09</c:v>
                </c:pt>
                <c:pt idx="13">
                  <c:v>24/09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21.0</c:v>
                </c:pt>
                <c:pt idx="1">
                  <c:v>28.0</c:v>
                </c:pt>
                <c:pt idx="2">
                  <c:v>18.0</c:v>
                </c:pt>
                <c:pt idx="3">
                  <c:v>26.0</c:v>
                </c:pt>
                <c:pt idx="4">
                  <c:v>21.0</c:v>
                </c:pt>
                <c:pt idx="5">
                  <c:v>34.0</c:v>
                </c:pt>
                <c:pt idx="6">
                  <c:v>28.0</c:v>
                </c:pt>
                <c:pt idx="7">
                  <c:v>14.0</c:v>
                </c:pt>
                <c:pt idx="8">
                  <c:v>9.0</c:v>
                </c:pt>
                <c:pt idx="9">
                  <c:v>13.0</c:v>
                </c:pt>
                <c:pt idx="10">
                  <c:v>8.0</c:v>
                </c:pt>
                <c:pt idx="11">
                  <c:v>6.0</c:v>
                </c:pt>
                <c:pt idx="12">
                  <c:v>4.0</c:v>
                </c:pt>
                <c:pt idx="13">
                  <c:v>5.0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Sheet1!$A$2:$A$13</c:f>
              <c:strCache>
                <c:ptCount val="12"/>
                <c:pt idx="0">
                  <c:v>SE28</c:v>
                </c:pt>
                <c:pt idx="1">
                  <c:v>SE29</c:v>
                </c:pt>
                <c:pt idx="2">
                  <c:v>SE30</c:v>
                </c:pt>
                <c:pt idx="3">
                  <c:v>SE31</c:v>
                </c:pt>
                <c:pt idx="4">
                  <c:v>SE32</c:v>
                </c:pt>
                <c:pt idx="5">
                  <c:v>SE33</c:v>
                </c:pt>
                <c:pt idx="6">
                  <c:v>SE34</c:v>
                </c:pt>
                <c:pt idx="7">
                  <c:v>SE35</c:v>
                </c:pt>
                <c:pt idx="8">
                  <c:v>SE36</c:v>
                </c:pt>
                <c:pt idx="9">
                  <c:v>SE37</c:v>
                </c:pt>
                <c:pt idx="10">
                  <c:v>SE38</c:v>
                </c:pt>
                <c:pt idx="11">
                  <c:v>SE39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21.3</c:v>
                </c:pt>
                <c:pt idx="1">
                  <c:v>19.0</c:v>
                </c:pt>
                <c:pt idx="2">
                  <c:v>24.4</c:v>
                </c:pt>
                <c:pt idx="3">
                  <c:v>24.4</c:v>
                </c:pt>
                <c:pt idx="4">
                  <c:v>20.8</c:v>
                </c:pt>
                <c:pt idx="5">
                  <c:v>28.9</c:v>
                </c:pt>
                <c:pt idx="6">
                  <c:v>22.7</c:v>
                </c:pt>
                <c:pt idx="7">
                  <c:v>26.1</c:v>
                </c:pt>
                <c:pt idx="8">
                  <c:v>29.7</c:v>
                </c:pt>
                <c:pt idx="9">
                  <c:v>38.4</c:v>
                </c:pt>
                <c:pt idx="10">
                  <c:v>22.0</c:v>
                </c:pt>
                <c:pt idx="11">
                  <c:v>20.7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5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Sheet1!$A$2:$A$4</c:f>
              <c:strCache>
                <c:ptCount val="3"/>
                <c:pt idx="0">
                  <c:v>23/10</c:v>
                </c:pt>
                <c:pt idx="1">
                  <c:v>24/10</c:v>
                </c:pt>
                <c:pt idx="2">
                  <c:v>25/10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12.0</c:v>
                </c:pt>
                <c:pt idx="1">
                  <c:v>9.0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Sheet1!$A$2:$A$4</c:f>
              <c:strCache>
                <c:ptCount val="3"/>
                <c:pt idx="0">
                  <c:v>23/10</c:v>
                </c:pt>
                <c:pt idx="1">
                  <c:v>24/10</c:v>
                </c:pt>
                <c:pt idx="2">
                  <c:v>25/10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11.0</c:v>
                </c:pt>
                <c:pt idx="1">
                  <c:v>9.0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Sheet1!$A$2:$A$4</c:f>
              <c:strCache>
                <c:ptCount val="3"/>
                <c:pt idx="0">
                  <c:v>23/10</c:v>
                </c:pt>
                <c:pt idx="1">
                  <c:v>24/10</c:v>
                </c:pt>
                <c:pt idx="2">
                  <c:v>25/10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11.0</c:v>
                </c:pt>
                <c:pt idx="1">
                  <c:v>9.0</c:v>
                </c:pt>
                <c:pt idx="2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KATWA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Katwa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Katwa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695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22 mai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445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64 %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32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173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24,9 %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SE37 (70 cas) ; létalité hebdomadaire de la dernière semaine complète : 28 %.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vivants · 2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22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8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14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Kavisa : 140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+ 0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—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—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0/0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0/0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—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Katwa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23/10/2026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279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240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−240 (−100 %)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−9 (−100 %)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337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628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249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−249 (−100 %)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628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249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−249 (−100 %)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−25 (−100 %)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−10 (−100 %)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−19 (−100 %)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−9 (−100 %)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−9 (−100 %)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−6 (−100 %)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209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−93 (−100 %)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396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−150 (−100 %)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Réticents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−6 (−100 %)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 (dernier suivi saisi : 24 octobre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2 523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128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2 403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le 24/10 (dernier suivi saisi)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95 %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69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329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24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24/09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16,9 %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8/32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25,0 %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95,2 %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